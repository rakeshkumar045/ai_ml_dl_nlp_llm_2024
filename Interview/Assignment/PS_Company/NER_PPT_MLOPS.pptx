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Y1M8FVmpqElIrOh9Fwfewx8cZ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ac5cf3268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5ac5cf3268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ac5cf3268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5ac5cf3268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ac5cf3268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5ac5cf3268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2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 sz="3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Entity Recognition </a:t>
            </a:r>
            <a:endParaRPr b="0" sz="3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197275" y="3924825"/>
            <a:ext cx="89907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i="0" lang="en-US" sz="220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LSTM + Word2Vec/BERT Implementation with Flask Deployment</a:t>
            </a:r>
            <a:endParaRPr i="0" sz="2200" u="none" cap="none" strike="noStrike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lang="en-US" sz="22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Rakesh Kumar</a:t>
            </a:r>
            <a:endParaRPr sz="22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lang="en-US" sz="22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Date : 20th May 2025</a:t>
            </a:r>
            <a:endParaRPr sz="22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NER tags (IOB2 format) for each word in a sentence.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includes words, POS (ignored), and NER tags.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Build and deploy a robust NER system.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500" y="3080925"/>
            <a:ext cx="5803600" cy="32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Format: Sentence #, Word, POS (ignored), NER Tag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IOB2 Scheme: B = Beginning, I = Inside, O = Outside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Preprocessing: Sentence to list of (word, tag) pairs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175" y="3128499"/>
            <a:ext cx="5153599" cy="300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Model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31525" y="1371600"/>
            <a:ext cx="5260500" cy="3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Architecture: Embedding → BiLSTM → Dense → Softmax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Loss: Categorical Crossentropy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F1-score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 Context ignorance, poor on rare entities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500" y="1563075"/>
            <a:ext cx="2824951" cy="525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Model With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Word2Vec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22875" y="1371600"/>
            <a:ext cx="8649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Word2Vec: Pre-trained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mbeddings Model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 Embeddings capture semantic relationships between words, such that semantically similar words have similar vectors.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Better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recision,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ecall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Accuracy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25" y="2926000"/>
            <a:ext cx="6569582" cy="35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ac5cf3268_0_32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5ac5cf3268_0_32"/>
          <p:cNvSpPr/>
          <p:nvPr/>
        </p:nvSpPr>
        <p:spPr>
          <a:xfrm>
            <a:off x="457200" y="274320"/>
            <a:ext cx="8229300" cy="91410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Model With B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5ac5cf3268_0_32"/>
          <p:cNvSpPr/>
          <p:nvPr/>
        </p:nvSpPr>
        <p:spPr>
          <a:xfrm>
            <a:off x="222875" y="1371600"/>
            <a:ext cx="8649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Model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Pre-trained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mbeddings Model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Powerful language model and  bidirectional transformers to understand the context of text, achieving state-of-the-art results in many natural language processing tasks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Better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recision,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ecall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Accuracy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5ac5cf3268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50" y="2962200"/>
            <a:ext cx="6185900" cy="33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 Score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 analysis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vs Enhanced: Comparison table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800" y="2955124"/>
            <a:ext cx="3085524" cy="308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Architecture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731520" y="1371600"/>
            <a:ext cx="7772040" cy="15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 Saved as .h5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API with tokenizer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Endpoints: '/', '/predict_api'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Word-tag pairs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3138490"/>
            <a:ext cx="56483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71450" y="1371600"/>
            <a:ext cx="4226400" cy="23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Canary Deployment: Gradual exposure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Monitoring: Latency, tag drift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Testing: Locust/JMeter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Audit: MLflow, version tracking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600" y="2143150"/>
            <a:ext cx="5136600" cy="45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ac5cf3268_0_1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5ac5cf3268_0_19"/>
          <p:cNvSpPr/>
          <p:nvPr/>
        </p:nvSpPr>
        <p:spPr>
          <a:xfrm>
            <a:off x="457200" y="274320"/>
            <a:ext cx="8229300" cy="91410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Flowchart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5ac5cf3268_0_19"/>
          <p:cNvPicPr preferRelativeResize="0"/>
          <p:nvPr/>
        </p:nvPicPr>
        <p:blipFill rotWithShape="1">
          <a:blip r:embed="rId3">
            <a:alphaModFix/>
          </a:blip>
          <a:srcRect b="-948" l="11588" r="5043" t="3205"/>
          <a:stretch/>
        </p:blipFill>
        <p:spPr>
          <a:xfrm>
            <a:off x="187300" y="1517325"/>
            <a:ext cx="8769377" cy="47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MLOps Strategy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CI/CD: Testing, training, deployment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Dockerized app, Jenkins/GitHub Actions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Monitoring &amp; Retraining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575" y="2957025"/>
            <a:ext cx="7087550" cy="31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31520" y="1371600"/>
            <a:ext cx="7772040" cy="15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CRF layer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advanced transformers (RoBERTa, T5, BERT-Base)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Multilingual NER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streaming with FastAPI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Deliverables Summary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31520" y="1371600"/>
            <a:ext cx="7772040" cy="188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Understanding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Data Pre-processing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EDA Perform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Feature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Building : LSTM, Word2Vec, BERT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Evaluation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Save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Installing All Required Library using Requirements file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Flask App (app.py)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Fronted : UI(Model Prediction on Unseen Data)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ac5cf3268_0_5"/>
          <p:cNvSpPr txBox="1"/>
          <p:nvPr>
            <p:ph type="title"/>
          </p:nvPr>
        </p:nvSpPr>
        <p:spPr>
          <a:xfrm>
            <a:off x="300625" y="1717105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b="0" lang="en-US" sz="3600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sz="3600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