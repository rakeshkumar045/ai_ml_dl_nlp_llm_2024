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o8ULnj5Bx9j8e1x/Vtys5q5z0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customschemas.google.com/relationships/presentationmetadata" Target="meta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db502f6de_0_739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5db502f6de_0_739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5db502f6de_0_739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5db502f6de_0_7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5db502f6de_0_744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5db502f6de_0_744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5db502f6de_0_744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5db502f6de_0_7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db502f6de_0_749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5db502f6de_0_749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5db502f6de_0_749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5db502f6de_0_749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5db502f6de_0_749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5db502f6de_0_7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db502f6de_0_75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5db502f6de_0_75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5db502f6de_0_756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5db502f6de_0_756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5db502f6de_0_7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db502f6de_0_762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5db502f6de_0_762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5db502f6de_0_7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db502f6de_0_766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5db502f6de_0_766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5db502f6de_0_766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5db502f6de_0_7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5db502f6de_0_771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5db502f6de_0_7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db502f6de_0_77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5db502f6de_0_774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5db502f6de_0_774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5db502f6de_0_774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5db502f6de_0_7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b502f6de_0_78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5db502f6de_0_78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5db502f6de_0_7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db502f6de_0_784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5db502f6de_0_784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5db502f6de_0_7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db502f6de_0_7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db502f6de_0_7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5db502f6de_0_7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g35db502f6de_0_79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5db502f6de_0_79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5db502f6de_0_79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db502f6de_0_7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5db502f6de_0_7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5db502f6de_0_7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Churn Binary Classification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Name: Rakesh Kumar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Date: Sept 30, 2023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labeled training dataset, the goal is to predict churn in a binary classification setting. We aim to explore data, engineer relevant features, and evaluate multiple classification models to identify the best performer.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 &amp; Task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Propose a solution approach for a customer churn classification problem.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Deliverables: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of steps, ideas, and observations.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data analysis.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engineering strategies.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success criteria and performance metrics.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Predict whether a customer will churn based on the provided dataset.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Approach &amp; Workflow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57200" y="1417651"/>
            <a:ext cx="82296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Data Loading &amp; Initial Exploration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Handling Class Imbalance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Model Selection &amp; Training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Feature Importance Analysis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230 features, 45,000 observations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Churn (Binary: 0 = No, 1 = Yes)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36,548 Non-Churn, 8,452 Churn (18.8%)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Some features with &gt; 90% missing values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Mix of numerical and categorical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 treatment using SimpleImputer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scaling for numerical features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encoding for categorical variables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ColumnTransformer used for preprocessing pipeline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Dropped columns with &gt; 90% missing values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Imputed missing values (Numerical: Mean, Categorical: Mode)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Scaling: StandardScaler (mean=0, std=1)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Class Imbalance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Imbalanced target (18.8% Churn)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Applied SMOTE to training data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Balanced class distribution, improved minority class learning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SMOTE only on training set to prevent leakage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Selection &amp; Training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Models: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tuning with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RandomizedSearchCV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457200" y="274650"/>
            <a:ext cx="857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Metrics &amp; Success Criteria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538925" y="1600200"/>
            <a:ext cx="8148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Overall correctness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Quality of positive predictions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Capture rate of actual positives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Balance between precision and recall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ROC-AUC Score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Ability to distinguish between classes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High recall with acceptable precision and ROC-AUC above 0.80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Focus: Balance between Precision and Recall for Churn=1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0" y="274650"/>
            <a:ext cx="922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Tuned XGboost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 0.92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Precision: 0.21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0.009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F1-Score: 0.30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AUC: 0.70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Interpretation: Model is precise but recall is low. Focus on improving recall next.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Feature Importances 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610475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b="1" sz="3700"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cat__Var207_KASS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cat__Var217_smXZ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cat__Var217_Jc_h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num__Var189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cat__Var202_OTHER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cat__Var220_jySV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cat__Var228_RAYp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cat__Var226_sJzT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cat__Var217_r_7H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cat__Var217_6_L6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367825" y="-574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 &amp; Expectations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at-risk customers effectively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Recall and Precision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 &gt; 0.5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 Expectations: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Documented approach and metrics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 = 0.70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Actionable insights via feature importance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0" y="2427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Calibri"/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Observations &amp; </a:t>
            </a: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Next Steps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296275" y="988475"/>
            <a:ext cx="8556600" cy="6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exhibited class imbalance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SMOTE was used to balance the training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showed strong classification performance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 highlighted key churn indicators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model developed (ROC AUC = 0.70)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Identified key churn drivers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tool for retention strategies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Recall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Business Rules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Deeper Feature Analysis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Cost-Benefit Analysis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14300" lvl="0" marL="1257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12573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2628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