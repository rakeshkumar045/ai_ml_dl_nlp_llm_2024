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oboto Thin"/>
      <p:regular r:id="rId25"/>
      <p:bold r:id="rId26"/>
      <p:italic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Roboto Medium"/>
      <p:regular r:id="rId33"/>
      <p:bold r:id="rId34"/>
      <p:italic r:id="rId35"/>
      <p:boldItalic r:id="rId36"/>
    </p:embeddedFont>
    <p:embeddedFont>
      <p:font typeface="Poppins"/>
      <p:regular r:id="rId37"/>
      <p:bold r:id="rId38"/>
      <p:italic r:id="rId39"/>
      <p:boldItalic r:id="rId40"/>
    </p:embeddedFont>
    <p:embeddedFont>
      <p:font typeface="EB Garamond"/>
      <p:regular r:id="rId41"/>
      <p:bold r:id="rId42"/>
      <p:italic r:id="rId43"/>
      <p:boldItalic r:id="rId44"/>
    </p:embeddedFont>
    <p:embeddedFont>
      <p:font typeface="Poppins Medium"/>
      <p:regular r:id="rId45"/>
      <p:bold r:id="rId46"/>
      <p:italic r:id="rId47"/>
      <p:boldItalic r:id="rId48"/>
    </p:embeddedFont>
    <p:embeddedFont>
      <p:font typeface="Arial Black"/>
      <p:regular r:id="rId49"/>
    </p:embeddedFont>
    <p:embeddedFont>
      <p:font typeface="Poppins SemiBold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4" roundtripDataSignature="AMtx7mhKXItFQdGr3MfT4tdk8kdGtgvB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boldItalic.fntdata"/><Relationship Id="rId42" Type="http://schemas.openxmlformats.org/officeDocument/2006/relationships/font" Target="fonts/EBGaramond-bold.fntdata"/><Relationship Id="rId41" Type="http://schemas.openxmlformats.org/officeDocument/2006/relationships/font" Target="fonts/EBGaramond-regular.fntdata"/><Relationship Id="rId44" Type="http://schemas.openxmlformats.org/officeDocument/2006/relationships/font" Target="fonts/EBGaramond-boldItalic.fntdata"/><Relationship Id="rId43" Type="http://schemas.openxmlformats.org/officeDocument/2006/relationships/font" Target="fonts/EBGaramond-italic.fntdata"/><Relationship Id="rId46" Type="http://schemas.openxmlformats.org/officeDocument/2006/relationships/font" Target="fonts/PoppinsMedium-bold.fntdata"/><Relationship Id="rId45" Type="http://schemas.openxmlformats.org/officeDocument/2006/relationships/font" Target="fonts/PoppinsMedium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PoppinsMedium-boldItalic.fntdata"/><Relationship Id="rId47" Type="http://schemas.openxmlformats.org/officeDocument/2006/relationships/font" Target="fonts/PoppinsMedium-italic.fntdata"/><Relationship Id="rId49" Type="http://schemas.openxmlformats.org/officeDocument/2006/relationships/font" Target="fonts/ArialBlack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33" Type="http://schemas.openxmlformats.org/officeDocument/2006/relationships/font" Target="fonts/RobotoMedium-regular.fntdata"/><Relationship Id="rId32" Type="http://schemas.openxmlformats.org/officeDocument/2006/relationships/font" Target="fonts/Roboto-boldItalic.fntdata"/><Relationship Id="rId35" Type="http://schemas.openxmlformats.org/officeDocument/2006/relationships/font" Target="fonts/RobotoMedium-italic.fntdata"/><Relationship Id="rId34" Type="http://schemas.openxmlformats.org/officeDocument/2006/relationships/font" Target="fonts/RobotoMedium-bold.fntdata"/><Relationship Id="rId37" Type="http://schemas.openxmlformats.org/officeDocument/2006/relationships/font" Target="fonts/Poppins-regular.fntdata"/><Relationship Id="rId36" Type="http://schemas.openxmlformats.org/officeDocument/2006/relationships/font" Target="fonts/RobotoMedium-boldItalic.fntdata"/><Relationship Id="rId39" Type="http://schemas.openxmlformats.org/officeDocument/2006/relationships/font" Target="fonts/Poppins-italic.fntdata"/><Relationship Id="rId38" Type="http://schemas.openxmlformats.org/officeDocument/2006/relationships/font" Target="fonts/Poppins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font" Target="fonts/RobotoThin-bold.fntdata"/><Relationship Id="rId25" Type="http://schemas.openxmlformats.org/officeDocument/2006/relationships/font" Target="fonts/RobotoThin-regular.fntdata"/><Relationship Id="rId28" Type="http://schemas.openxmlformats.org/officeDocument/2006/relationships/font" Target="fonts/RobotoThin-boldItalic.fntdata"/><Relationship Id="rId27" Type="http://schemas.openxmlformats.org/officeDocument/2006/relationships/font" Target="fonts/RobotoThin-italic.fntdata"/><Relationship Id="rId29" Type="http://schemas.openxmlformats.org/officeDocument/2006/relationships/font" Target="fonts/Roboto-regular.fntdata"/><Relationship Id="rId51" Type="http://schemas.openxmlformats.org/officeDocument/2006/relationships/font" Target="fonts/PoppinsSemiBold-bold.fntdata"/><Relationship Id="rId50" Type="http://schemas.openxmlformats.org/officeDocument/2006/relationships/font" Target="fonts/PoppinsSemiBold-regular.fntdata"/><Relationship Id="rId53" Type="http://schemas.openxmlformats.org/officeDocument/2006/relationships/font" Target="fonts/PoppinsSemiBold-boldItalic.fntdata"/><Relationship Id="rId52" Type="http://schemas.openxmlformats.org/officeDocument/2006/relationships/font" Target="fonts/PoppinsSemiBold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b09e603d7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2b09e603d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b09e603d78_0_7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2b09e603d7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b09e603d78_0_8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2b09e603d7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b09e603d78_0_10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2b09e603d7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b09e603d78_0_1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2b09e603d7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b09e603d78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2b09e603d78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b09e603d78_0_1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2b09e603d7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b09e603d78_0_1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2b09e603d78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b09e603d78_0_1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g2b09e603d78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b09e603d78_0_16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2b09e603d78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4" name="Google Shape;494;p9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b09e603d78_0_1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g2b09e603d78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b09e603d78_0_18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g2b09e603d78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" name="Google Shape;11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" name="Google Shape;14;p1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12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" name="Google Shape;16;p12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" name="Google Shape;17;p1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17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3" name="Google Shape;23;p1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17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17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1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33" name="Google Shape;33;p1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18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19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42" name="Google Shape;42;p19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9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9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9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19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p20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Google Shape;57;p21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2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1" name="Google Shape;61;p2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22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0" name="Google Shape;70;p2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2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3" name="Google Shape;73;p2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" name="Google Shape;78;p24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24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2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/>
          <p:nvPr/>
        </p:nvSpPr>
        <p:spPr>
          <a:xfrm rot="10800000">
            <a:off x="7461880" y="3566276"/>
            <a:ext cx="1682120" cy="1577224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8" name="Google Shape;88;p15"/>
          <p:cNvSpPr txBox="1"/>
          <p:nvPr>
            <p:ph type="title"/>
          </p:nvPr>
        </p:nvSpPr>
        <p:spPr>
          <a:xfrm>
            <a:off x="577661" y="556094"/>
            <a:ext cx="29490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 Black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5"/>
          <p:cNvSpPr txBox="1"/>
          <p:nvPr>
            <p:ph idx="1" type="body"/>
          </p:nvPr>
        </p:nvSpPr>
        <p:spPr>
          <a:xfrm>
            <a:off x="577661" y="1726427"/>
            <a:ext cx="2949000" cy="26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92" name="Google Shape;92;p15"/>
          <p:cNvSpPr txBox="1"/>
          <p:nvPr>
            <p:ph idx="2" type="body"/>
          </p:nvPr>
        </p:nvSpPr>
        <p:spPr>
          <a:xfrm>
            <a:off x="3887390" y="556094"/>
            <a:ext cx="4682100" cy="3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569214" y="556094"/>
            <a:ext cx="80034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6"/>
          <p:cNvSpPr/>
          <p:nvPr>
            <p:ph idx="2" type="pic"/>
          </p:nvPr>
        </p:nvSpPr>
        <p:spPr>
          <a:xfrm>
            <a:off x="1433322" y="1805740"/>
            <a:ext cx="699600" cy="69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534924" y="2164079"/>
            <a:ext cx="2496300" cy="2673000"/>
          </a:xfrm>
          <a:prstGeom prst="rect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9" name="Google Shape;99;p16"/>
          <p:cNvSpPr txBox="1"/>
          <p:nvPr>
            <p:ph idx="3" type="body"/>
          </p:nvPr>
        </p:nvSpPr>
        <p:spPr>
          <a:xfrm>
            <a:off x="744093" y="3074470"/>
            <a:ext cx="2077800" cy="16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Char char="•"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6"/>
          <p:cNvSpPr/>
          <p:nvPr>
            <p:ph idx="4" type="pic"/>
          </p:nvPr>
        </p:nvSpPr>
        <p:spPr>
          <a:xfrm>
            <a:off x="4231386" y="1805740"/>
            <a:ext cx="699600" cy="69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01" name="Google Shape;101;p16"/>
          <p:cNvSpPr txBox="1"/>
          <p:nvPr>
            <p:ph idx="5" type="body"/>
          </p:nvPr>
        </p:nvSpPr>
        <p:spPr>
          <a:xfrm>
            <a:off x="3332988" y="2167889"/>
            <a:ext cx="2496300" cy="2669100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2" name="Google Shape;102;p16"/>
          <p:cNvSpPr txBox="1"/>
          <p:nvPr>
            <p:ph idx="6" type="body"/>
          </p:nvPr>
        </p:nvSpPr>
        <p:spPr>
          <a:xfrm>
            <a:off x="3542157" y="3074470"/>
            <a:ext cx="2077800" cy="16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Char char="•"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3" name="Google Shape;103;p16"/>
          <p:cNvSpPr/>
          <p:nvPr>
            <p:ph idx="7" type="pic"/>
          </p:nvPr>
        </p:nvSpPr>
        <p:spPr>
          <a:xfrm>
            <a:off x="6967728" y="1805740"/>
            <a:ext cx="699600" cy="699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04" name="Google Shape;104;p16"/>
          <p:cNvSpPr txBox="1"/>
          <p:nvPr>
            <p:ph idx="8" type="body"/>
          </p:nvPr>
        </p:nvSpPr>
        <p:spPr>
          <a:xfrm>
            <a:off x="6069330" y="2168842"/>
            <a:ext cx="2496300" cy="2668200"/>
          </a:xfrm>
          <a:prstGeom prst="rect">
            <a:avLst/>
          </a:prstGeom>
          <a:noFill/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5" name="Google Shape;105;p16"/>
          <p:cNvSpPr txBox="1"/>
          <p:nvPr>
            <p:ph idx="9" type="body"/>
          </p:nvPr>
        </p:nvSpPr>
        <p:spPr>
          <a:xfrm>
            <a:off x="6278499" y="3074470"/>
            <a:ext cx="2077800" cy="16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Char char="•"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6" name="Google Shape;106;p16"/>
          <p:cNvSpPr/>
          <p:nvPr/>
        </p:nvSpPr>
        <p:spPr>
          <a:xfrm>
            <a:off x="1433322" y="1807263"/>
            <a:ext cx="699600" cy="699600"/>
          </a:xfrm>
          <a:prstGeom prst="ellipse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4231767" y="1805740"/>
            <a:ext cx="699600" cy="699600"/>
          </a:xfrm>
          <a:prstGeom prst="ellipse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6967347" y="1809550"/>
            <a:ext cx="699600" cy="6996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/>
          <p:nvPr/>
        </p:nvSpPr>
        <p:spPr>
          <a:xfrm>
            <a:off x="0" y="0"/>
            <a:ext cx="3971925" cy="5157788"/>
          </a:xfrm>
          <a:custGeom>
            <a:rect b="b" l="l" r="r" t="t"/>
            <a:pathLst>
              <a:path extrusionOk="0" h="6877050" w="529590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1" name="Google Shape;111;p25"/>
          <p:cNvSpPr/>
          <p:nvPr/>
        </p:nvSpPr>
        <p:spPr>
          <a:xfrm>
            <a:off x="1200151" y="879830"/>
            <a:ext cx="6893719" cy="4278579"/>
          </a:xfrm>
          <a:custGeom>
            <a:rect b="b" l="l" r="r" t="t"/>
            <a:pathLst>
              <a:path extrusionOk="0" h="5704772" w="9191625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2" name="Google Shape;112;p25"/>
          <p:cNvSpPr/>
          <p:nvPr/>
        </p:nvSpPr>
        <p:spPr>
          <a:xfrm>
            <a:off x="2096691" y="0"/>
            <a:ext cx="5102356" cy="4047356"/>
          </a:xfrm>
          <a:custGeom>
            <a:rect b="b" l="l" r="r" t="t"/>
            <a:pathLst>
              <a:path extrusionOk="0" h="5396474" w="6803142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lt1">
              <a:alpha val="98431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3" name="Google Shape;113;p25"/>
          <p:cNvSpPr txBox="1"/>
          <p:nvPr>
            <p:ph type="ctrTitle"/>
          </p:nvPr>
        </p:nvSpPr>
        <p:spPr>
          <a:xfrm>
            <a:off x="2552319" y="52181"/>
            <a:ext cx="40395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0">
            <a:noAutofit/>
          </a:bodyPr>
          <a:lstStyle>
            <a:lvl1pPr lvl="0" algn="ctr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1" type="subTitle"/>
          </p:nvPr>
        </p:nvSpPr>
        <p:spPr>
          <a:xfrm>
            <a:off x="3262122" y="2441450"/>
            <a:ext cx="26196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>
            <p:ph type="title"/>
          </p:nvPr>
        </p:nvSpPr>
        <p:spPr>
          <a:xfrm>
            <a:off x="2990088" y="526276"/>
            <a:ext cx="55794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6"/>
          <p:cNvSpPr/>
          <p:nvPr/>
        </p:nvSpPr>
        <p:spPr>
          <a:xfrm>
            <a:off x="-4176" y="-2088"/>
            <a:ext cx="2582466" cy="5168503"/>
          </a:xfrm>
          <a:custGeom>
            <a:rect b="b" l="l" r="r" t="t"/>
            <a:pathLst>
              <a:path extrusionOk="0" h="6891337" w="3443288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19" name="Google Shape;11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77483" y="-2088"/>
            <a:ext cx="1300808" cy="38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6"/>
          <p:cNvSpPr/>
          <p:nvPr/>
        </p:nvSpPr>
        <p:spPr>
          <a:xfrm>
            <a:off x="1291216" y="-2088"/>
            <a:ext cx="1287086" cy="1290640"/>
          </a:xfrm>
          <a:custGeom>
            <a:rect b="b" l="l" r="r" t="t"/>
            <a:pathLst>
              <a:path extrusionOk="0" h="1720853" w="1716115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lt1">
              <a:alpha val="98431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1" name="Google Shape;121;p26"/>
          <p:cNvSpPr/>
          <p:nvPr/>
        </p:nvSpPr>
        <p:spPr>
          <a:xfrm>
            <a:off x="-4176" y="2580378"/>
            <a:ext cx="2582466" cy="2586038"/>
          </a:xfrm>
          <a:custGeom>
            <a:rect b="b" l="l" r="r" t="t"/>
            <a:pathLst>
              <a:path extrusionOk="0" h="3448050" w="3443288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22" name="Google Shape;1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8843" y="2580378"/>
            <a:ext cx="1289449" cy="129302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6"/>
          <p:cNvSpPr txBox="1"/>
          <p:nvPr>
            <p:ph idx="1" type="body"/>
          </p:nvPr>
        </p:nvSpPr>
        <p:spPr>
          <a:xfrm>
            <a:off x="2990088" y="1553486"/>
            <a:ext cx="28599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4" name="Google Shape;124;p26"/>
          <p:cNvSpPr txBox="1"/>
          <p:nvPr>
            <p:ph idx="2" type="body"/>
          </p:nvPr>
        </p:nvSpPr>
        <p:spPr>
          <a:xfrm>
            <a:off x="2990088" y="2157984"/>
            <a:ext cx="28530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1pPr>
            <a:lvl2pPr indent="-2921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5" name="Google Shape;125;p26"/>
          <p:cNvSpPr txBox="1"/>
          <p:nvPr>
            <p:ph idx="3" type="body"/>
          </p:nvPr>
        </p:nvSpPr>
        <p:spPr>
          <a:xfrm>
            <a:off x="5893408" y="1553486"/>
            <a:ext cx="26763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6" name="Google Shape;126;p26"/>
          <p:cNvSpPr txBox="1"/>
          <p:nvPr>
            <p:ph idx="4" type="body"/>
          </p:nvPr>
        </p:nvSpPr>
        <p:spPr>
          <a:xfrm>
            <a:off x="5893408" y="2157984"/>
            <a:ext cx="26763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1pPr>
            <a:lvl2pPr indent="-2921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/>
          <p:nvPr/>
        </p:nvSpPr>
        <p:spPr>
          <a:xfrm>
            <a:off x="1547127" y="514856"/>
            <a:ext cx="5830972" cy="4644763"/>
          </a:xfrm>
          <a:custGeom>
            <a:rect b="b" l="l" r="r" t="t"/>
            <a:pathLst>
              <a:path extrusionOk="0" h="6193018" w="7774629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rgbClr val="F8E7E7">
              <a:alpha val="98431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9" name="Google Shape;129;p27"/>
          <p:cNvSpPr/>
          <p:nvPr/>
        </p:nvSpPr>
        <p:spPr>
          <a:xfrm>
            <a:off x="5707689" y="1"/>
            <a:ext cx="1705251" cy="2360999"/>
          </a:xfrm>
          <a:custGeom>
            <a:rect b="b" l="l" r="r" t="t"/>
            <a:pathLst>
              <a:path extrusionOk="0" h="3147998" w="227366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0" name="Google Shape;130;p27"/>
          <p:cNvSpPr/>
          <p:nvPr/>
        </p:nvSpPr>
        <p:spPr>
          <a:xfrm>
            <a:off x="7412939" y="1"/>
            <a:ext cx="1691196" cy="2356168"/>
          </a:xfrm>
          <a:custGeom>
            <a:rect b="b" l="l" r="r" t="t"/>
            <a:pathLst>
              <a:path extrusionOk="0" h="3141557" w="2254928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1" name="Google Shape;131;p27"/>
          <p:cNvSpPr/>
          <p:nvPr/>
        </p:nvSpPr>
        <p:spPr>
          <a:xfrm>
            <a:off x="6296798" y="1"/>
            <a:ext cx="2219402" cy="1764595"/>
          </a:xfrm>
          <a:custGeom>
            <a:rect b="b" l="l" r="r" t="t"/>
            <a:pathLst>
              <a:path extrusionOk="0" h="2352793" w="295920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2" name="Google Shape;132;p27"/>
          <p:cNvSpPr/>
          <p:nvPr/>
        </p:nvSpPr>
        <p:spPr>
          <a:xfrm>
            <a:off x="1043140" y="2347997"/>
            <a:ext cx="2329686" cy="2811623"/>
          </a:xfrm>
          <a:custGeom>
            <a:rect b="b" l="l" r="r" t="t"/>
            <a:pathLst>
              <a:path extrusionOk="0" h="3748831" w="3106248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8431"/>
            </a:scheme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3" name="Google Shape;133;p27"/>
          <p:cNvSpPr/>
          <p:nvPr/>
        </p:nvSpPr>
        <p:spPr>
          <a:xfrm>
            <a:off x="0" y="2347996"/>
            <a:ext cx="1050480" cy="2811624"/>
          </a:xfrm>
          <a:custGeom>
            <a:rect b="b" l="l" r="r" t="t"/>
            <a:pathLst>
              <a:path extrusionOk="0" h="3748832" w="1400640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4" name="Google Shape;134;p27"/>
          <p:cNvSpPr txBox="1"/>
          <p:nvPr>
            <p:ph type="title"/>
          </p:nvPr>
        </p:nvSpPr>
        <p:spPr>
          <a:xfrm>
            <a:off x="2171700" y="1274693"/>
            <a:ext cx="48006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7"/>
          <p:cNvSpPr txBox="1"/>
          <p:nvPr>
            <p:ph idx="1" type="body"/>
          </p:nvPr>
        </p:nvSpPr>
        <p:spPr>
          <a:xfrm>
            <a:off x="2171700" y="3449211"/>
            <a:ext cx="48006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Column">
  <p:cSld name="5 Column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>
            <p:ph type="title"/>
          </p:nvPr>
        </p:nvSpPr>
        <p:spPr>
          <a:xfrm>
            <a:off x="569214" y="526276"/>
            <a:ext cx="8003400" cy="1083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8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8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8"/>
          <p:cNvSpPr/>
          <p:nvPr/>
        </p:nvSpPr>
        <p:spPr>
          <a:xfrm>
            <a:off x="997492" y="1777701"/>
            <a:ext cx="541800" cy="541800"/>
          </a:xfrm>
          <a:prstGeom prst="ellipse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1" name="Google Shape;141;p28"/>
          <p:cNvSpPr/>
          <p:nvPr>
            <p:ph idx="2" type="pic"/>
          </p:nvPr>
        </p:nvSpPr>
        <p:spPr>
          <a:xfrm>
            <a:off x="1004351" y="1784559"/>
            <a:ext cx="528000" cy="52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2" name="Google Shape;142;p28"/>
          <p:cNvSpPr txBox="1"/>
          <p:nvPr>
            <p:ph idx="1" type="body"/>
          </p:nvPr>
        </p:nvSpPr>
        <p:spPr>
          <a:xfrm>
            <a:off x="514004" y="2068830"/>
            <a:ext cx="1509000" cy="2120100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43" name="Google Shape;143;p28"/>
          <p:cNvSpPr/>
          <p:nvPr/>
        </p:nvSpPr>
        <p:spPr>
          <a:xfrm>
            <a:off x="514004" y="3048626"/>
            <a:ext cx="1509000" cy="1138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4" name="Google Shape;144;p28"/>
          <p:cNvSpPr txBox="1"/>
          <p:nvPr>
            <p:ph idx="3" type="body"/>
          </p:nvPr>
        </p:nvSpPr>
        <p:spPr>
          <a:xfrm>
            <a:off x="548294" y="3117568"/>
            <a:ext cx="1440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5" name="Google Shape;145;p28"/>
          <p:cNvSpPr/>
          <p:nvPr/>
        </p:nvSpPr>
        <p:spPr>
          <a:xfrm>
            <a:off x="2659172" y="1779893"/>
            <a:ext cx="541800" cy="541800"/>
          </a:xfrm>
          <a:prstGeom prst="ellipse">
            <a:avLst/>
          </a:prstGeom>
          <a:noFill/>
          <a:ln cap="flat" cmpd="sng" w="254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6" name="Google Shape;146;p28"/>
          <p:cNvSpPr/>
          <p:nvPr>
            <p:ph idx="4" type="pic"/>
          </p:nvPr>
        </p:nvSpPr>
        <p:spPr>
          <a:xfrm>
            <a:off x="2666030" y="1784559"/>
            <a:ext cx="528000" cy="528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47" name="Google Shape;147;p28"/>
          <p:cNvSpPr txBox="1"/>
          <p:nvPr>
            <p:ph idx="5" type="body"/>
          </p:nvPr>
        </p:nvSpPr>
        <p:spPr>
          <a:xfrm>
            <a:off x="2175683" y="2067402"/>
            <a:ext cx="1509000" cy="2121600"/>
          </a:xfrm>
          <a:prstGeom prst="rect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48" name="Google Shape;148;p28"/>
          <p:cNvSpPr/>
          <p:nvPr/>
        </p:nvSpPr>
        <p:spPr>
          <a:xfrm>
            <a:off x="2175683" y="3048626"/>
            <a:ext cx="1509000" cy="11385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9" name="Google Shape;149;p28"/>
          <p:cNvSpPr txBox="1"/>
          <p:nvPr>
            <p:ph idx="6" type="body"/>
          </p:nvPr>
        </p:nvSpPr>
        <p:spPr>
          <a:xfrm>
            <a:off x="2209973" y="3117568"/>
            <a:ext cx="1440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0" name="Google Shape;150;p28"/>
          <p:cNvSpPr/>
          <p:nvPr/>
        </p:nvSpPr>
        <p:spPr>
          <a:xfrm>
            <a:off x="4320851" y="1779893"/>
            <a:ext cx="541800" cy="541800"/>
          </a:xfrm>
          <a:prstGeom prst="ellipse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1" name="Google Shape;151;p28"/>
          <p:cNvSpPr/>
          <p:nvPr>
            <p:ph idx="7" type="pic"/>
          </p:nvPr>
        </p:nvSpPr>
        <p:spPr>
          <a:xfrm>
            <a:off x="4327710" y="1784559"/>
            <a:ext cx="528000" cy="52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2" name="Google Shape;152;p28"/>
          <p:cNvSpPr txBox="1"/>
          <p:nvPr>
            <p:ph idx="8" type="body"/>
          </p:nvPr>
        </p:nvSpPr>
        <p:spPr>
          <a:xfrm>
            <a:off x="3837363" y="2067401"/>
            <a:ext cx="1509000" cy="2121600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3" name="Google Shape;153;p28"/>
          <p:cNvSpPr/>
          <p:nvPr/>
        </p:nvSpPr>
        <p:spPr>
          <a:xfrm>
            <a:off x="3837363" y="3048626"/>
            <a:ext cx="1509000" cy="1138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4" name="Google Shape;154;p28"/>
          <p:cNvSpPr txBox="1"/>
          <p:nvPr>
            <p:ph idx="9" type="body"/>
          </p:nvPr>
        </p:nvSpPr>
        <p:spPr>
          <a:xfrm>
            <a:off x="3871653" y="3117568"/>
            <a:ext cx="1440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5" name="Google Shape;155;p28"/>
          <p:cNvSpPr/>
          <p:nvPr/>
        </p:nvSpPr>
        <p:spPr>
          <a:xfrm>
            <a:off x="5982530" y="1779893"/>
            <a:ext cx="541800" cy="541800"/>
          </a:xfrm>
          <a:prstGeom prst="ellipse">
            <a:avLst/>
          </a:prstGeom>
          <a:noFill/>
          <a:ln cap="flat" cmpd="sng" w="254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6" name="Google Shape;156;p28"/>
          <p:cNvSpPr/>
          <p:nvPr>
            <p:ph idx="13" type="pic"/>
          </p:nvPr>
        </p:nvSpPr>
        <p:spPr>
          <a:xfrm>
            <a:off x="5989390" y="1784559"/>
            <a:ext cx="528000" cy="528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57" name="Google Shape;157;p28"/>
          <p:cNvSpPr txBox="1"/>
          <p:nvPr>
            <p:ph idx="14" type="body"/>
          </p:nvPr>
        </p:nvSpPr>
        <p:spPr>
          <a:xfrm>
            <a:off x="5499043" y="2068830"/>
            <a:ext cx="1509000" cy="2120100"/>
          </a:xfrm>
          <a:prstGeom prst="rect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8" name="Google Shape;158;p28"/>
          <p:cNvSpPr/>
          <p:nvPr/>
        </p:nvSpPr>
        <p:spPr>
          <a:xfrm>
            <a:off x="5499043" y="3048626"/>
            <a:ext cx="1509000" cy="11385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9" name="Google Shape;159;p28"/>
          <p:cNvSpPr txBox="1"/>
          <p:nvPr>
            <p:ph idx="15" type="body"/>
          </p:nvPr>
        </p:nvSpPr>
        <p:spPr>
          <a:xfrm>
            <a:off x="5533333" y="3117568"/>
            <a:ext cx="1440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0" name="Google Shape;160;p28"/>
          <p:cNvSpPr/>
          <p:nvPr/>
        </p:nvSpPr>
        <p:spPr>
          <a:xfrm>
            <a:off x="7642514" y="1779893"/>
            <a:ext cx="541800" cy="541800"/>
          </a:xfrm>
          <a:prstGeom prst="ellipse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1" name="Google Shape;161;p28"/>
          <p:cNvSpPr/>
          <p:nvPr>
            <p:ph idx="16" type="pic"/>
          </p:nvPr>
        </p:nvSpPr>
        <p:spPr>
          <a:xfrm>
            <a:off x="7651069" y="1784559"/>
            <a:ext cx="528000" cy="52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62" name="Google Shape;162;p28"/>
          <p:cNvSpPr txBox="1"/>
          <p:nvPr>
            <p:ph idx="17" type="body"/>
          </p:nvPr>
        </p:nvSpPr>
        <p:spPr>
          <a:xfrm>
            <a:off x="7160722" y="2068830"/>
            <a:ext cx="1509000" cy="2120100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3" name="Google Shape;163;p28"/>
          <p:cNvSpPr/>
          <p:nvPr/>
        </p:nvSpPr>
        <p:spPr>
          <a:xfrm>
            <a:off x="7160722" y="3048626"/>
            <a:ext cx="1509000" cy="1138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4" name="Google Shape;164;p28"/>
          <p:cNvSpPr txBox="1"/>
          <p:nvPr>
            <p:ph idx="18" type="body"/>
          </p:nvPr>
        </p:nvSpPr>
        <p:spPr>
          <a:xfrm>
            <a:off x="7195012" y="3117568"/>
            <a:ext cx="1440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/>
          <p:nvPr/>
        </p:nvSpPr>
        <p:spPr>
          <a:xfrm>
            <a:off x="1" y="0"/>
            <a:ext cx="1682120" cy="1577225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7" name="Google Shape;167;p29"/>
          <p:cNvSpPr/>
          <p:nvPr/>
        </p:nvSpPr>
        <p:spPr>
          <a:xfrm rot="10800000">
            <a:off x="7461880" y="3566276"/>
            <a:ext cx="1682120" cy="1577224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8" name="Google Shape;168;p29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/>
          <p:nvPr/>
        </p:nvSpPr>
        <p:spPr>
          <a:xfrm>
            <a:off x="0" y="0"/>
            <a:ext cx="6711554" cy="5143500"/>
          </a:xfrm>
          <a:custGeom>
            <a:rect b="b" l="l" r="r" t="t"/>
            <a:pathLst>
              <a:path extrusionOk="0" h="6858000" w="8948738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2" name="Google Shape;172;p30"/>
          <p:cNvSpPr/>
          <p:nvPr/>
        </p:nvSpPr>
        <p:spPr>
          <a:xfrm>
            <a:off x="5653970" y="9856"/>
            <a:ext cx="3490031" cy="5123788"/>
          </a:xfrm>
          <a:custGeom>
            <a:rect b="b" l="l" r="r" t="t"/>
            <a:pathLst>
              <a:path extrusionOk="0" h="6831717" w="4653374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73" name="Google Shape;17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2926" y="-18781"/>
            <a:ext cx="2574144" cy="257414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0"/>
          <p:cNvSpPr txBox="1"/>
          <p:nvPr>
            <p:ph type="ctrTitle"/>
          </p:nvPr>
        </p:nvSpPr>
        <p:spPr>
          <a:xfrm>
            <a:off x="1145286" y="245992"/>
            <a:ext cx="3413100" cy="18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0">
            <a:noAutofit/>
          </a:bodyPr>
          <a:lstStyle>
            <a:lvl1pPr lv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30"/>
          <p:cNvSpPr txBox="1"/>
          <p:nvPr>
            <p:ph idx="1" type="subTitle"/>
          </p:nvPr>
        </p:nvSpPr>
        <p:spPr>
          <a:xfrm>
            <a:off x="1159002" y="2135124"/>
            <a:ext cx="3413100" cy="17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8575" spcFirstLastPara="1" rIns="6857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31"/>
          <p:cNvGrpSpPr/>
          <p:nvPr/>
        </p:nvGrpSpPr>
        <p:grpSpPr>
          <a:xfrm>
            <a:off x="4839375" y="2553839"/>
            <a:ext cx="4304985" cy="2601105"/>
            <a:chOff x="5009037" y="2525712"/>
            <a:chExt cx="7170194" cy="4332287"/>
          </a:xfrm>
        </p:grpSpPr>
        <p:sp>
          <p:nvSpPr>
            <p:cNvPr id="178" name="Google Shape;178;p31"/>
            <p:cNvSpPr/>
            <p:nvPr/>
          </p:nvSpPr>
          <p:spPr>
            <a:xfrm>
              <a:off x="5009037" y="2525712"/>
              <a:ext cx="3601721" cy="4332287"/>
            </a:xfrm>
            <a:custGeom>
              <a:rect b="b" l="l" r="r" t="t"/>
              <a:pathLst>
                <a:path extrusionOk="0" h="1441" w="1198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79" name="Google Shape;179;p31"/>
            <p:cNvSpPr/>
            <p:nvPr/>
          </p:nvSpPr>
          <p:spPr>
            <a:xfrm>
              <a:off x="8589536" y="2525712"/>
              <a:ext cx="3589695" cy="4332287"/>
            </a:xfrm>
            <a:custGeom>
              <a:rect b="b" l="l" r="r" t="t"/>
              <a:pathLst>
                <a:path extrusionOk="0" h="1441" w="1194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180" name="Google Shape;180;p31"/>
          <p:cNvGrpSpPr/>
          <p:nvPr/>
        </p:nvGrpSpPr>
        <p:grpSpPr>
          <a:xfrm rot="10800000">
            <a:off x="4848844" y="-206"/>
            <a:ext cx="4304984" cy="2601105"/>
            <a:chOff x="5183405" y="2678112"/>
            <a:chExt cx="7170193" cy="4332287"/>
          </a:xfrm>
        </p:grpSpPr>
        <p:sp>
          <p:nvSpPr>
            <p:cNvPr id="181" name="Google Shape;181;p31"/>
            <p:cNvSpPr/>
            <p:nvPr/>
          </p:nvSpPr>
          <p:spPr>
            <a:xfrm>
              <a:off x="5183405" y="2678112"/>
              <a:ext cx="3601721" cy="4332287"/>
            </a:xfrm>
            <a:custGeom>
              <a:rect b="b" l="l" r="r" t="t"/>
              <a:pathLst>
                <a:path extrusionOk="0" h="1441" w="1198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82" name="Google Shape;182;p31"/>
            <p:cNvSpPr/>
            <p:nvPr/>
          </p:nvSpPr>
          <p:spPr>
            <a:xfrm>
              <a:off x="8763903" y="2678112"/>
              <a:ext cx="3589695" cy="4332287"/>
            </a:xfrm>
            <a:custGeom>
              <a:rect b="b" l="l" r="r" t="t"/>
              <a:pathLst>
                <a:path extrusionOk="0" h="1441" w="1194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183" name="Google Shape;183;p31"/>
          <p:cNvSpPr/>
          <p:nvPr/>
        </p:nvSpPr>
        <p:spPr>
          <a:xfrm>
            <a:off x="5731889" y="3433243"/>
            <a:ext cx="581266" cy="581266"/>
          </a:xfrm>
          <a:custGeom>
            <a:rect b="b" l="l" r="r" t="t"/>
            <a:pathLst>
              <a:path extrusionOk="0" h="775021" w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4" name="Google Shape;184;p31"/>
          <p:cNvSpPr txBox="1"/>
          <p:nvPr>
            <p:ph type="title"/>
          </p:nvPr>
        </p:nvSpPr>
        <p:spPr>
          <a:xfrm>
            <a:off x="1124712" y="67089"/>
            <a:ext cx="4270200" cy="19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31"/>
          <p:cNvSpPr txBox="1"/>
          <p:nvPr>
            <p:ph idx="1" type="body"/>
          </p:nvPr>
        </p:nvSpPr>
        <p:spPr>
          <a:xfrm>
            <a:off x="1124712" y="2077974"/>
            <a:ext cx="4270200" cy="23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1pPr>
            <a:lvl2pPr indent="-32385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 type="obj">
  <p:cSld name="OBJEC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/>
          <p:nvPr/>
        </p:nvSpPr>
        <p:spPr>
          <a:xfrm>
            <a:off x="0" y="2570502"/>
            <a:ext cx="2572650" cy="2572999"/>
          </a:xfrm>
          <a:custGeom>
            <a:rect b="b" l="l" r="r" t="t"/>
            <a:pathLst>
              <a:path extrusionOk="0" h="3430665" w="3430200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8" name="Google Shape;188;p32"/>
          <p:cNvSpPr/>
          <p:nvPr/>
        </p:nvSpPr>
        <p:spPr>
          <a:xfrm>
            <a:off x="0" y="2570502"/>
            <a:ext cx="2572650" cy="2572999"/>
          </a:xfrm>
          <a:custGeom>
            <a:rect b="b" l="l" r="r" t="t"/>
            <a:pathLst>
              <a:path extrusionOk="0" h="3430665" w="3430200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9" name="Google Shape;189;p32"/>
          <p:cNvSpPr/>
          <p:nvPr/>
        </p:nvSpPr>
        <p:spPr>
          <a:xfrm>
            <a:off x="1" y="1"/>
            <a:ext cx="2567839" cy="2578009"/>
          </a:xfrm>
          <a:custGeom>
            <a:rect b="b" l="l" r="r" t="t"/>
            <a:pathLst>
              <a:path extrusionOk="0" h="3437345" w="342378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0" name="Google Shape;190;p32"/>
          <p:cNvSpPr/>
          <p:nvPr/>
        </p:nvSpPr>
        <p:spPr>
          <a:xfrm>
            <a:off x="1" y="652"/>
            <a:ext cx="2567839" cy="2577358"/>
          </a:xfrm>
          <a:custGeom>
            <a:rect b="b" l="l" r="r" t="t"/>
            <a:pathLst>
              <a:path extrusionOk="0" h="3436477" w="3423785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1" name="Google Shape;191;p32"/>
          <p:cNvSpPr txBox="1"/>
          <p:nvPr>
            <p:ph type="title"/>
          </p:nvPr>
        </p:nvSpPr>
        <p:spPr>
          <a:xfrm>
            <a:off x="3168396" y="611257"/>
            <a:ext cx="50748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2"/>
          <p:cNvSpPr txBox="1"/>
          <p:nvPr>
            <p:ph idx="11" type="ftr"/>
          </p:nvPr>
        </p:nvSpPr>
        <p:spPr>
          <a:xfrm>
            <a:off x="3168396" y="342900"/>
            <a:ext cx="2400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32"/>
          <p:cNvSpPr txBox="1"/>
          <p:nvPr>
            <p:ph idx="12" type="sldNum"/>
          </p:nvPr>
        </p:nvSpPr>
        <p:spPr>
          <a:xfrm>
            <a:off x="7502652" y="354081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3168396" y="2792811"/>
            <a:ext cx="5074800" cy="18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Title and Char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/>
          <p:nvPr/>
        </p:nvSpPr>
        <p:spPr>
          <a:xfrm>
            <a:off x="1" y="0"/>
            <a:ext cx="1682120" cy="1577225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7" name="Google Shape;197;p33"/>
          <p:cNvSpPr txBox="1"/>
          <p:nvPr>
            <p:ph type="title"/>
          </p:nvPr>
        </p:nvSpPr>
        <p:spPr>
          <a:xfrm>
            <a:off x="570704" y="548640"/>
            <a:ext cx="79989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33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3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404622" y="1577340"/>
            <a:ext cx="8339400" cy="3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2pPr>
            <a:lvl3pPr indent="-2984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3pPr>
            <a:lvl4pPr indent="-2857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Title and Table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/>
          <p:nvPr/>
        </p:nvSpPr>
        <p:spPr>
          <a:xfrm>
            <a:off x="7399579" y="0"/>
            <a:ext cx="1744421" cy="1635640"/>
          </a:xfrm>
          <a:custGeom>
            <a:rect b="b" l="l" r="r" t="t"/>
            <a:pathLst>
              <a:path extrusionOk="0" h="2180854" w="232589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3" name="Google Shape;203;p34"/>
          <p:cNvSpPr txBox="1"/>
          <p:nvPr>
            <p:ph type="title"/>
          </p:nvPr>
        </p:nvSpPr>
        <p:spPr>
          <a:xfrm>
            <a:off x="569214" y="548640"/>
            <a:ext cx="8003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4" name="Google Shape;204;p34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5" name="Google Shape;205;p34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566928" y="2119122"/>
            <a:ext cx="8010300" cy="21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2pPr>
            <a:lvl3pPr indent="-2984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3pPr>
            <a:lvl4pPr indent="-2857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/>
          <p:nvPr/>
        </p:nvSpPr>
        <p:spPr>
          <a:xfrm>
            <a:off x="-5338" y="0"/>
            <a:ext cx="1913239" cy="5143500"/>
          </a:xfrm>
          <a:custGeom>
            <a:rect b="b" l="l" r="r" t="t"/>
            <a:pathLst>
              <a:path extrusionOk="0" h="6858000" w="2550985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9" name="Google Shape;209;p35"/>
          <p:cNvSpPr/>
          <p:nvPr/>
        </p:nvSpPr>
        <p:spPr>
          <a:xfrm>
            <a:off x="-7061" y="0"/>
            <a:ext cx="1911443" cy="1916721"/>
          </a:xfrm>
          <a:custGeom>
            <a:rect b="b" l="l" r="r" t="t"/>
            <a:pathLst>
              <a:path extrusionOk="0" h="2555628" w="2548591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0" name="Google Shape;210;p35"/>
          <p:cNvSpPr/>
          <p:nvPr/>
        </p:nvSpPr>
        <p:spPr>
          <a:xfrm flipH="1">
            <a:off x="1901437" y="3231349"/>
            <a:ext cx="1913240" cy="1920332"/>
          </a:xfrm>
          <a:custGeom>
            <a:rect b="b" l="l" r="r" t="t"/>
            <a:pathLst>
              <a:path extrusionOk="0" h="1083" w="1079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1" name="Google Shape;211;p35"/>
          <p:cNvSpPr/>
          <p:nvPr/>
        </p:nvSpPr>
        <p:spPr>
          <a:xfrm flipH="1">
            <a:off x="-7964" y="3231349"/>
            <a:ext cx="1913240" cy="1920332"/>
          </a:xfrm>
          <a:custGeom>
            <a:rect b="b" l="l" r="r" t="t"/>
            <a:pathLst>
              <a:path extrusionOk="0" h="1083" w="1079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2" name="Google Shape;212;p35"/>
          <p:cNvSpPr/>
          <p:nvPr/>
        </p:nvSpPr>
        <p:spPr>
          <a:xfrm>
            <a:off x="1907901" y="0"/>
            <a:ext cx="1920255" cy="1920255"/>
          </a:xfrm>
          <a:custGeom>
            <a:rect b="b" l="l" r="r" t="t"/>
            <a:pathLst>
              <a:path extrusionOk="0" h="2560340" w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3" name="Google Shape;213;p35"/>
          <p:cNvSpPr txBox="1"/>
          <p:nvPr>
            <p:ph type="title"/>
          </p:nvPr>
        </p:nvSpPr>
        <p:spPr>
          <a:xfrm>
            <a:off x="3330841" y="1008303"/>
            <a:ext cx="52386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Arial Black"/>
              <a:buNone/>
              <a:defRPr b="1" sz="2500"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4" name="Google Shape;214;p35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35"/>
          <p:cNvSpPr txBox="1"/>
          <p:nvPr>
            <p:ph idx="1" type="body"/>
          </p:nvPr>
        </p:nvSpPr>
        <p:spPr>
          <a:xfrm>
            <a:off x="2708910" y="1010748"/>
            <a:ext cx="576000" cy="14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7500"/>
              <a:buNone/>
              <a:defRPr b="1" sz="75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6" name="Google Shape;216;p35"/>
          <p:cNvSpPr txBox="1"/>
          <p:nvPr>
            <p:ph idx="2" type="body"/>
          </p:nvPr>
        </p:nvSpPr>
        <p:spPr>
          <a:xfrm>
            <a:off x="3330840" y="2982897"/>
            <a:ext cx="37284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7" name="Google Shape;217;p35"/>
          <p:cNvSpPr txBox="1"/>
          <p:nvPr>
            <p:ph idx="3" type="body"/>
          </p:nvPr>
        </p:nvSpPr>
        <p:spPr>
          <a:xfrm>
            <a:off x="7125462" y="2407158"/>
            <a:ext cx="576000" cy="12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7500"/>
              <a:buNone/>
              <a:defRPr b="1" sz="75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4">
  <p:cSld name="Team x4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/>
          <p:nvPr/>
        </p:nvSpPr>
        <p:spPr>
          <a:xfrm>
            <a:off x="-18048" y="2543175"/>
            <a:ext cx="9162000" cy="2600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0" name="Google Shape;220;p36"/>
          <p:cNvSpPr txBox="1"/>
          <p:nvPr>
            <p:ph type="title"/>
          </p:nvPr>
        </p:nvSpPr>
        <p:spPr>
          <a:xfrm>
            <a:off x="569214" y="563549"/>
            <a:ext cx="8003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1" name="Google Shape;221;p36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36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36"/>
          <p:cNvSpPr/>
          <p:nvPr>
            <p:ph idx="2" type="pic"/>
          </p:nvPr>
        </p:nvSpPr>
        <p:spPr>
          <a:xfrm>
            <a:off x="569179" y="1794017"/>
            <a:ext cx="1947600" cy="1947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24" name="Google Shape;224;p36"/>
          <p:cNvSpPr txBox="1"/>
          <p:nvPr>
            <p:ph idx="1" type="body"/>
          </p:nvPr>
        </p:nvSpPr>
        <p:spPr>
          <a:xfrm>
            <a:off x="569179" y="3742136"/>
            <a:ext cx="1948800" cy="83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0" spcFirstLastPara="1" rIns="0" wrap="square" tIns="2057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5" name="Google Shape;225;p36"/>
          <p:cNvSpPr txBox="1"/>
          <p:nvPr>
            <p:ph idx="3" type="body"/>
          </p:nvPr>
        </p:nvSpPr>
        <p:spPr>
          <a:xfrm>
            <a:off x="687664" y="4199816"/>
            <a:ext cx="17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6" name="Google Shape;226;p36"/>
          <p:cNvSpPr/>
          <p:nvPr>
            <p:ph idx="4" type="pic"/>
          </p:nvPr>
        </p:nvSpPr>
        <p:spPr>
          <a:xfrm>
            <a:off x="2638021" y="1794464"/>
            <a:ext cx="1947600" cy="1947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27" name="Google Shape;227;p36"/>
          <p:cNvSpPr txBox="1"/>
          <p:nvPr>
            <p:ph idx="5" type="body"/>
          </p:nvPr>
        </p:nvSpPr>
        <p:spPr>
          <a:xfrm>
            <a:off x="2637560" y="3742583"/>
            <a:ext cx="1948800" cy="83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0" spcFirstLastPara="1" rIns="0" wrap="square" tIns="2057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8" name="Google Shape;228;p36"/>
          <p:cNvSpPr txBox="1"/>
          <p:nvPr>
            <p:ph idx="6" type="body"/>
          </p:nvPr>
        </p:nvSpPr>
        <p:spPr>
          <a:xfrm>
            <a:off x="2755555" y="4200263"/>
            <a:ext cx="17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9" name="Google Shape;229;p36"/>
          <p:cNvSpPr/>
          <p:nvPr>
            <p:ph idx="7" type="pic"/>
          </p:nvPr>
        </p:nvSpPr>
        <p:spPr>
          <a:xfrm>
            <a:off x="4706863" y="1794911"/>
            <a:ext cx="1947600" cy="1947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30" name="Google Shape;230;p36"/>
          <p:cNvSpPr txBox="1"/>
          <p:nvPr>
            <p:ph idx="8" type="body"/>
          </p:nvPr>
        </p:nvSpPr>
        <p:spPr>
          <a:xfrm>
            <a:off x="4705942" y="3743030"/>
            <a:ext cx="1948800" cy="83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0" spcFirstLastPara="1" rIns="0" wrap="square" tIns="2057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1" name="Google Shape;231;p36"/>
          <p:cNvSpPr txBox="1"/>
          <p:nvPr>
            <p:ph idx="9" type="body"/>
          </p:nvPr>
        </p:nvSpPr>
        <p:spPr>
          <a:xfrm>
            <a:off x="4824397" y="4200710"/>
            <a:ext cx="17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2" name="Google Shape;232;p36"/>
          <p:cNvSpPr/>
          <p:nvPr>
            <p:ph idx="13" type="pic"/>
          </p:nvPr>
        </p:nvSpPr>
        <p:spPr>
          <a:xfrm>
            <a:off x="6775704" y="1794911"/>
            <a:ext cx="1947600" cy="1947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33" name="Google Shape;233;p36"/>
          <p:cNvSpPr txBox="1"/>
          <p:nvPr>
            <p:ph idx="14" type="body"/>
          </p:nvPr>
        </p:nvSpPr>
        <p:spPr>
          <a:xfrm>
            <a:off x="6774323" y="3743030"/>
            <a:ext cx="1948800" cy="83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0" spcFirstLastPara="1" rIns="0" wrap="square" tIns="2057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4" name="Google Shape;234;p36"/>
          <p:cNvSpPr txBox="1"/>
          <p:nvPr>
            <p:ph idx="15" type="body"/>
          </p:nvPr>
        </p:nvSpPr>
        <p:spPr>
          <a:xfrm>
            <a:off x="6893238" y="4200710"/>
            <a:ext cx="17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8">
  <p:cSld name="Team x8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title"/>
          </p:nvPr>
        </p:nvSpPr>
        <p:spPr>
          <a:xfrm>
            <a:off x="570703" y="566797"/>
            <a:ext cx="79989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7" name="Google Shape;237;p37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7"/>
          <p:cNvSpPr/>
          <p:nvPr>
            <p:ph idx="2" type="pic"/>
          </p:nvPr>
        </p:nvSpPr>
        <p:spPr>
          <a:xfrm>
            <a:off x="953262" y="1255907"/>
            <a:ext cx="1522500" cy="1371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40" name="Google Shape;240;p37"/>
          <p:cNvSpPr txBox="1"/>
          <p:nvPr>
            <p:ph idx="1" type="body"/>
          </p:nvPr>
        </p:nvSpPr>
        <p:spPr>
          <a:xfrm>
            <a:off x="953262" y="2490347"/>
            <a:ext cx="1522500" cy="52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34275" lIns="0" spcFirstLastPara="1" rIns="0" wrap="square" tIns="1165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b="0" sz="11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1" name="Google Shape;241;p37"/>
          <p:cNvSpPr txBox="1"/>
          <p:nvPr>
            <p:ph idx="3" type="body"/>
          </p:nvPr>
        </p:nvSpPr>
        <p:spPr>
          <a:xfrm>
            <a:off x="953262" y="2772354"/>
            <a:ext cx="15225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2" name="Google Shape;242;p37"/>
          <p:cNvSpPr/>
          <p:nvPr>
            <p:ph idx="4" type="pic"/>
          </p:nvPr>
        </p:nvSpPr>
        <p:spPr>
          <a:xfrm>
            <a:off x="953262" y="3205103"/>
            <a:ext cx="1522500" cy="1371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43" name="Google Shape;243;p37"/>
          <p:cNvSpPr txBox="1"/>
          <p:nvPr>
            <p:ph idx="5" type="body"/>
          </p:nvPr>
        </p:nvSpPr>
        <p:spPr>
          <a:xfrm>
            <a:off x="953262" y="4439543"/>
            <a:ext cx="1522500" cy="5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4275" lIns="0" spcFirstLastPara="1" rIns="0" wrap="square" tIns="1165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b="0" sz="11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4" name="Google Shape;244;p37"/>
          <p:cNvSpPr txBox="1"/>
          <p:nvPr>
            <p:ph idx="6" type="body"/>
          </p:nvPr>
        </p:nvSpPr>
        <p:spPr>
          <a:xfrm>
            <a:off x="953262" y="4721550"/>
            <a:ext cx="15225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5" name="Google Shape;245;p37"/>
          <p:cNvSpPr/>
          <p:nvPr>
            <p:ph idx="7" type="pic"/>
          </p:nvPr>
        </p:nvSpPr>
        <p:spPr>
          <a:xfrm>
            <a:off x="2871216" y="1255907"/>
            <a:ext cx="1522500" cy="1371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46" name="Google Shape;246;p37"/>
          <p:cNvSpPr txBox="1"/>
          <p:nvPr>
            <p:ph idx="8" type="body"/>
          </p:nvPr>
        </p:nvSpPr>
        <p:spPr>
          <a:xfrm>
            <a:off x="2871216" y="2490347"/>
            <a:ext cx="1522500" cy="5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4275" lIns="0" spcFirstLastPara="1" rIns="0" wrap="square" tIns="1165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b="0" sz="11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7" name="Google Shape;247;p37"/>
          <p:cNvSpPr txBox="1"/>
          <p:nvPr>
            <p:ph idx="9" type="body"/>
          </p:nvPr>
        </p:nvSpPr>
        <p:spPr>
          <a:xfrm>
            <a:off x="2871216" y="2772354"/>
            <a:ext cx="15225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8" name="Google Shape;248;p37"/>
          <p:cNvSpPr/>
          <p:nvPr>
            <p:ph idx="13" type="pic"/>
          </p:nvPr>
        </p:nvSpPr>
        <p:spPr>
          <a:xfrm>
            <a:off x="2871216" y="3205103"/>
            <a:ext cx="1522500" cy="1371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49" name="Google Shape;249;p37"/>
          <p:cNvSpPr txBox="1"/>
          <p:nvPr>
            <p:ph idx="14" type="body"/>
          </p:nvPr>
        </p:nvSpPr>
        <p:spPr>
          <a:xfrm>
            <a:off x="2871216" y="4439543"/>
            <a:ext cx="1522500" cy="52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34275" lIns="0" spcFirstLastPara="1" rIns="0" wrap="square" tIns="1165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b="0" sz="11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0" name="Google Shape;250;p37"/>
          <p:cNvSpPr txBox="1"/>
          <p:nvPr>
            <p:ph idx="15" type="body"/>
          </p:nvPr>
        </p:nvSpPr>
        <p:spPr>
          <a:xfrm>
            <a:off x="2871216" y="4721550"/>
            <a:ext cx="15225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1" name="Google Shape;251;p37"/>
          <p:cNvSpPr/>
          <p:nvPr>
            <p:ph idx="16" type="pic"/>
          </p:nvPr>
        </p:nvSpPr>
        <p:spPr>
          <a:xfrm>
            <a:off x="4789170" y="1255907"/>
            <a:ext cx="1522500" cy="1371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52" name="Google Shape;252;p37"/>
          <p:cNvSpPr txBox="1"/>
          <p:nvPr>
            <p:ph idx="17" type="body"/>
          </p:nvPr>
        </p:nvSpPr>
        <p:spPr>
          <a:xfrm>
            <a:off x="4789170" y="2490347"/>
            <a:ext cx="1522500" cy="52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34275" lIns="0" spcFirstLastPara="1" rIns="0" wrap="square" tIns="1165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b="0" sz="11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3" name="Google Shape;253;p37"/>
          <p:cNvSpPr txBox="1"/>
          <p:nvPr>
            <p:ph idx="18" type="body"/>
          </p:nvPr>
        </p:nvSpPr>
        <p:spPr>
          <a:xfrm>
            <a:off x="4789170" y="2772354"/>
            <a:ext cx="15225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4" name="Google Shape;254;p37"/>
          <p:cNvSpPr/>
          <p:nvPr>
            <p:ph idx="19" type="pic"/>
          </p:nvPr>
        </p:nvSpPr>
        <p:spPr>
          <a:xfrm>
            <a:off x="4789170" y="3205103"/>
            <a:ext cx="1522500" cy="1371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55" name="Google Shape;255;p37"/>
          <p:cNvSpPr txBox="1"/>
          <p:nvPr>
            <p:ph idx="20" type="body"/>
          </p:nvPr>
        </p:nvSpPr>
        <p:spPr>
          <a:xfrm>
            <a:off x="4789170" y="4439543"/>
            <a:ext cx="1522500" cy="5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4275" lIns="0" spcFirstLastPara="1" rIns="0" wrap="square" tIns="1165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b="0" sz="11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21" type="body"/>
          </p:nvPr>
        </p:nvSpPr>
        <p:spPr>
          <a:xfrm>
            <a:off x="4789170" y="4721550"/>
            <a:ext cx="15225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7" name="Google Shape;257;p37"/>
          <p:cNvSpPr/>
          <p:nvPr>
            <p:ph idx="22" type="pic"/>
          </p:nvPr>
        </p:nvSpPr>
        <p:spPr>
          <a:xfrm>
            <a:off x="6707124" y="1255907"/>
            <a:ext cx="1522500" cy="1371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58" name="Google Shape;258;p37"/>
          <p:cNvSpPr txBox="1"/>
          <p:nvPr>
            <p:ph idx="23" type="body"/>
          </p:nvPr>
        </p:nvSpPr>
        <p:spPr>
          <a:xfrm>
            <a:off x="6707124" y="2490347"/>
            <a:ext cx="1522500" cy="5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4275" lIns="0" spcFirstLastPara="1" rIns="0" wrap="square" tIns="1165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b="0" sz="11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24" type="body"/>
          </p:nvPr>
        </p:nvSpPr>
        <p:spPr>
          <a:xfrm>
            <a:off x="6707124" y="2772354"/>
            <a:ext cx="15225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0" name="Google Shape;260;p37"/>
          <p:cNvSpPr/>
          <p:nvPr>
            <p:ph idx="25" type="pic"/>
          </p:nvPr>
        </p:nvSpPr>
        <p:spPr>
          <a:xfrm>
            <a:off x="6707124" y="3205103"/>
            <a:ext cx="1522500" cy="13716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261" name="Google Shape;261;p37"/>
          <p:cNvSpPr txBox="1"/>
          <p:nvPr>
            <p:ph idx="26" type="body"/>
          </p:nvPr>
        </p:nvSpPr>
        <p:spPr>
          <a:xfrm>
            <a:off x="6707124" y="4439543"/>
            <a:ext cx="1522500" cy="52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34275" lIns="0" spcFirstLastPara="1" rIns="0" wrap="square" tIns="1165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b="0" sz="11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27" type="body"/>
          </p:nvPr>
        </p:nvSpPr>
        <p:spPr>
          <a:xfrm>
            <a:off x="6707124" y="4721550"/>
            <a:ext cx="15225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/>
          <p:nvPr/>
        </p:nvSpPr>
        <p:spPr>
          <a:xfrm>
            <a:off x="0" y="0"/>
            <a:ext cx="2128838" cy="2143468"/>
          </a:xfrm>
          <a:custGeom>
            <a:rect b="b" l="l" r="r" t="t"/>
            <a:pathLst>
              <a:path extrusionOk="0" h="2857958" w="2838450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65" name="Google Shape;265;p38"/>
          <p:cNvSpPr/>
          <p:nvPr/>
        </p:nvSpPr>
        <p:spPr>
          <a:xfrm>
            <a:off x="1" y="-1"/>
            <a:ext cx="1477970" cy="1492700"/>
          </a:xfrm>
          <a:custGeom>
            <a:rect b="b" l="l" r="r" t="t"/>
            <a:pathLst>
              <a:path extrusionOk="0" h="1990267" w="197062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66" name="Google Shape;266;p38"/>
          <p:cNvSpPr/>
          <p:nvPr/>
        </p:nvSpPr>
        <p:spPr>
          <a:xfrm>
            <a:off x="1" y="1"/>
            <a:ext cx="752587" cy="759761"/>
          </a:xfrm>
          <a:custGeom>
            <a:rect b="b" l="l" r="r" t="t"/>
            <a:pathLst>
              <a:path extrusionOk="0" h="1013015" w="1003449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67" name="Google Shape;267;p38"/>
          <p:cNvSpPr txBox="1"/>
          <p:nvPr>
            <p:ph type="title"/>
          </p:nvPr>
        </p:nvSpPr>
        <p:spPr>
          <a:xfrm>
            <a:off x="569214" y="548640"/>
            <a:ext cx="8003400" cy="15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8" name="Google Shape;268;p38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38"/>
          <p:cNvSpPr/>
          <p:nvPr/>
        </p:nvSpPr>
        <p:spPr>
          <a:xfrm>
            <a:off x="1093749" y="442600"/>
            <a:ext cx="581266" cy="581266"/>
          </a:xfrm>
          <a:custGeom>
            <a:rect b="b" l="l" r="r" t="t"/>
            <a:pathLst>
              <a:path extrusionOk="0" h="775021" w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0" name="Google Shape;270;p38"/>
          <p:cNvSpPr txBox="1"/>
          <p:nvPr>
            <p:ph idx="1" type="body"/>
          </p:nvPr>
        </p:nvSpPr>
        <p:spPr>
          <a:xfrm>
            <a:off x="514004" y="2263140"/>
            <a:ext cx="1495200" cy="418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71" name="Google Shape;271;p38"/>
          <p:cNvSpPr txBox="1"/>
          <p:nvPr>
            <p:ph idx="2" type="body"/>
          </p:nvPr>
        </p:nvSpPr>
        <p:spPr>
          <a:xfrm>
            <a:off x="2175683" y="2263140"/>
            <a:ext cx="1495200" cy="41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72" name="Google Shape;272;p38"/>
          <p:cNvSpPr txBox="1"/>
          <p:nvPr>
            <p:ph idx="3" type="body"/>
          </p:nvPr>
        </p:nvSpPr>
        <p:spPr>
          <a:xfrm>
            <a:off x="3837363" y="2263140"/>
            <a:ext cx="1495200" cy="418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73" name="Google Shape;273;p38"/>
          <p:cNvSpPr txBox="1"/>
          <p:nvPr>
            <p:ph idx="4" type="body"/>
          </p:nvPr>
        </p:nvSpPr>
        <p:spPr>
          <a:xfrm>
            <a:off x="5499043" y="2263140"/>
            <a:ext cx="1495200" cy="41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74" name="Google Shape;274;p38"/>
          <p:cNvSpPr txBox="1"/>
          <p:nvPr>
            <p:ph idx="5" type="body"/>
          </p:nvPr>
        </p:nvSpPr>
        <p:spPr>
          <a:xfrm>
            <a:off x="7160722" y="2263140"/>
            <a:ext cx="1495200" cy="418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cxnSp>
        <p:nvCxnSpPr>
          <p:cNvPr id="275" name="Google Shape;275;p38"/>
          <p:cNvCxnSpPr/>
          <p:nvPr/>
        </p:nvCxnSpPr>
        <p:spPr>
          <a:xfrm>
            <a:off x="554549" y="3140761"/>
            <a:ext cx="8109300" cy="0"/>
          </a:xfrm>
          <a:prstGeom prst="straightConnector1">
            <a:avLst/>
          </a:prstGeom>
          <a:noFill/>
          <a:ln cap="flat" cmpd="sng" w="12700">
            <a:solidFill>
              <a:srgbClr val="F1D0D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6" name="Google Shape;276;p38"/>
          <p:cNvSpPr/>
          <p:nvPr/>
        </p:nvSpPr>
        <p:spPr>
          <a:xfrm rot="-5400000">
            <a:off x="1252075" y="3042667"/>
            <a:ext cx="61200" cy="195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7" name="Google Shape;277;p38"/>
          <p:cNvSpPr/>
          <p:nvPr/>
        </p:nvSpPr>
        <p:spPr>
          <a:xfrm rot="-5400000">
            <a:off x="2910857" y="3042667"/>
            <a:ext cx="61200" cy="195900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8" name="Google Shape;278;p38"/>
          <p:cNvSpPr/>
          <p:nvPr/>
        </p:nvSpPr>
        <p:spPr>
          <a:xfrm rot="-5400000">
            <a:off x="4533757" y="3042667"/>
            <a:ext cx="61200" cy="195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9" name="Google Shape;279;p38"/>
          <p:cNvSpPr/>
          <p:nvPr/>
        </p:nvSpPr>
        <p:spPr>
          <a:xfrm rot="-5400000">
            <a:off x="6198468" y="3042667"/>
            <a:ext cx="61200" cy="195900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0" name="Google Shape;280;p38"/>
          <p:cNvSpPr/>
          <p:nvPr/>
        </p:nvSpPr>
        <p:spPr>
          <a:xfrm rot="-5400000">
            <a:off x="7856624" y="3042667"/>
            <a:ext cx="61200" cy="195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1" name="Google Shape;281;p38"/>
          <p:cNvSpPr txBox="1"/>
          <p:nvPr>
            <p:ph idx="6" type="body"/>
          </p:nvPr>
        </p:nvSpPr>
        <p:spPr>
          <a:xfrm>
            <a:off x="514004" y="3559302"/>
            <a:ext cx="1495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2" name="Google Shape;282;p38"/>
          <p:cNvSpPr txBox="1"/>
          <p:nvPr>
            <p:ph idx="7" type="body"/>
          </p:nvPr>
        </p:nvSpPr>
        <p:spPr>
          <a:xfrm>
            <a:off x="2175683" y="3559302"/>
            <a:ext cx="1495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3" name="Google Shape;283;p38"/>
          <p:cNvSpPr txBox="1"/>
          <p:nvPr>
            <p:ph idx="8" type="body"/>
          </p:nvPr>
        </p:nvSpPr>
        <p:spPr>
          <a:xfrm>
            <a:off x="3837363" y="3559302"/>
            <a:ext cx="1495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4" name="Google Shape;284;p38"/>
          <p:cNvSpPr txBox="1"/>
          <p:nvPr>
            <p:ph idx="9" type="body"/>
          </p:nvPr>
        </p:nvSpPr>
        <p:spPr>
          <a:xfrm>
            <a:off x="5499043" y="3559302"/>
            <a:ext cx="1495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5" name="Google Shape;285;p38"/>
          <p:cNvSpPr txBox="1"/>
          <p:nvPr>
            <p:ph idx="13" type="body"/>
          </p:nvPr>
        </p:nvSpPr>
        <p:spPr>
          <a:xfrm>
            <a:off x="7160722" y="3559302"/>
            <a:ext cx="1495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Summary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9"/>
          <p:cNvSpPr/>
          <p:nvPr/>
        </p:nvSpPr>
        <p:spPr>
          <a:xfrm>
            <a:off x="6568679" y="-10715"/>
            <a:ext cx="2575322" cy="2589609"/>
          </a:xfrm>
          <a:custGeom>
            <a:rect b="b" l="l" r="r" t="t"/>
            <a:pathLst>
              <a:path extrusionOk="0" h="3452812" w="3433763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8" name="Google Shape;288;p39"/>
          <p:cNvSpPr/>
          <p:nvPr/>
        </p:nvSpPr>
        <p:spPr>
          <a:xfrm>
            <a:off x="6568679" y="2578894"/>
            <a:ext cx="2575322" cy="2575321"/>
          </a:xfrm>
          <a:custGeom>
            <a:rect b="b" l="l" r="r" t="t"/>
            <a:pathLst>
              <a:path extrusionOk="0" h="3433762" w="3433763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9" name="Google Shape;289;p39"/>
          <p:cNvSpPr/>
          <p:nvPr/>
        </p:nvSpPr>
        <p:spPr>
          <a:xfrm flipH="1" rot="10800000">
            <a:off x="7493794" y="935831"/>
            <a:ext cx="1650206" cy="1635919"/>
          </a:xfrm>
          <a:custGeom>
            <a:rect b="b" l="l" r="r" t="t"/>
            <a:pathLst>
              <a:path extrusionOk="0" h="2181225" w="220027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90" name="Google Shape;290;p39"/>
          <p:cNvSpPr/>
          <p:nvPr/>
        </p:nvSpPr>
        <p:spPr>
          <a:xfrm flipH="1" rot="10800000">
            <a:off x="-15065" y="3435038"/>
            <a:ext cx="1708461" cy="1708461"/>
          </a:xfrm>
          <a:custGeom>
            <a:rect b="b" l="l" r="r" t="t"/>
            <a:pathLst>
              <a:path extrusionOk="0" h="2277948" w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91" name="Google Shape;291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93915" y="2580952"/>
            <a:ext cx="1650088" cy="165008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9"/>
          <p:cNvSpPr/>
          <p:nvPr/>
        </p:nvSpPr>
        <p:spPr>
          <a:xfrm>
            <a:off x="1280969" y="4250712"/>
            <a:ext cx="581266" cy="581266"/>
          </a:xfrm>
          <a:custGeom>
            <a:rect b="b" l="l" r="r" t="t"/>
            <a:pathLst>
              <a:path extrusionOk="0" h="775021" w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93" name="Google Shape;293;p39"/>
          <p:cNvSpPr txBox="1"/>
          <p:nvPr>
            <p:ph type="title"/>
          </p:nvPr>
        </p:nvSpPr>
        <p:spPr>
          <a:xfrm>
            <a:off x="1131570" y="623326"/>
            <a:ext cx="4895700" cy="1971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4" name="Google Shape;294;p39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5" name="Google Shape;295;p39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39"/>
          <p:cNvSpPr txBox="1"/>
          <p:nvPr>
            <p:ph idx="1" type="body"/>
          </p:nvPr>
        </p:nvSpPr>
        <p:spPr>
          <a:xfrm>
            <a:off x="1131570" y="2667323"/>
            <a:ext cx="48957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0"/>
          <p:cNvSpPr/>
          <p:nvPr/>
        </p:nvSpPr>
        <p:spPr>
          <a:xfrm>
            <a:off x="-4176" y="-2088"/>
            <a:ext cx="2582466" cy="5168503"/>
          </a:xfrm>
          <a:custGeom>
            <a:rect b="b" l="l" r="r" t="t"/>
            <a:pathLst>
              <a:path extrusionOk="0" h="6891337" w="3443288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99" name="Google Shape;299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77483" y="-2088"/>
            <a:ext cx="1300808" cy="38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0"/>
          <p:cNvSpPr/>
          <p:nvPr/>
        </p:nvSpPr>
        <p:spPr>
          <a:xfrm>
            <a:off x="1291216" y="-2088"/>
            <a:ext cx="1287086" cy="1290640"/>
          </a:xfrm>
          <a:custGeom>
            <a:rect b="b" l="l" r="r" t="t"/>
            <a:pathLst>
              <a:path extrusionOk="0" h="1720853" w="1716115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lt1">
              <a:alpha val="98431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01" name="Google Shape;301;p40"/>
          <p:cNvSpPr/>
          <p:nvPr/>
        </p:nvSpPr>
        <p:spPr>
          <a:xfrm>
            <a:off x="-4176" y="2580378"/>
            <a:ext cx="2582466" cy="2586038"/>
          </a:xfrm>
          <a:custGeom>
            <a:rect b="b" l="l" r="r" t="t"/>
            <a:pathLst>
              <a:path extrusionOk="0" h="3448050" w="3443288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302" name="Google Shape;30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8843" y="2580378"/>
            <a:ext cx="1289449" cy="129302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0"/>
          <p:cNvSpPr txBox="1"/>
          <p:nvPr>
            <p:ph type="title"/>
          </p:nvPr>
        </p:nvSpPr>
        <p:spPr>
          <a:xfrm>
            <a:off x="2763774" y="566531"/>
            <a:ext cx="58056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4" name="Google Shape;304;p40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5" name="Google Shape;305;p40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40"/>
          <p:cNvSpPr txBox="1"/>
          <p:nvPr>
            <p:ph idx="1" type="body"/>
          </p:nvPr>
        </p:nvSpPr>
        <p:spPr>
          <a:xfrm>
            <a:off x="2763774" y="1728911"/>
            <a:ext cx="2806500" cy="3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1pPr>
            <a:lvl2pPr indent="-2921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idx="2" type="body"/>
          </p:nvPr>
        </p:nvSpPr>
        <p:spPr>
          <a:xfrm>
            <a:off x="5763404" y="1728911"/>
            <a:ext cx="2806500" cy="3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•"/>
              <a:defRPr sz="1100"/>
            </a:lvl1pPr>
            <a:lvl2pPr indent="-2921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•"/>
              <a:defRPr sz="9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/>
          <p:nvPr/>
        </p:nvSpPr>
        <p:spPr>
          <a:xfrm>
            <a:off x="1" y="0"/>
            <a:ext cx="1682120" cy="1577225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0" name="Google Shape;310;p41"/>
          <p:cNvSpPr/>
          <p:nvPr/>
        </p:nvSpPr>
        <p:spPr>
          <a:xfrm rot="10800000">
            <a:off x="7461880" y="3566276"/>
            <a:ext cx="1682120" cy="1577224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1" name="Google Shape;311;p41"/>
          <p:cNvSpPr txBox="1"/>
          <p:nvPr>
            <p:ph type="title"/>
          </p:nvPr>
        </p:nvSpPr>
        <p:spPr>
          <a:xfrm>
            <a:off x="569214" y="548640"/>
            <a:ext cx="8003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27083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2" name="Google Shape;312;p41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3" name="Google Shape;313;p41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/>
          <p:nvPr/>
        </p:nvSpPr>
        <p:spPr>
          <a:xfrm rot="10800000">
            <a:off x="7461880" y="3566276"/>
            <a:ext cx="1682120" cy="1577224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6" name="Google Shape;316;p42"/>
          <p:cNvSpPr txBox="1"/>
          <p:nvPr>
            <p:ph type="title"/>
          </p:nvPr>
        </p:nvSpPr>
        <p:spPr>
          <a:xfrm>
            <a:off x="570703" y="566530"/>
            <a:ext cx="30084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 Black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7" name="Google Shape;317;p42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8" name="Google Shape;318;p42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9" name="Google Shape;319;p42"/>
          <p:cNvSpPr txBox="1"/>
          <p:nvPr>
            <p:ph idx="1" type="body"/>
          </p:nvPr>
        </p:nvSpPr>
        <p:spPr>
          <a:xfrm>
            <a:off x="570703" y="1714501"/>
            <a:ext cx="30084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320" name="Google Shape;320;p42"/>
          <p:cNvSpPr/>
          <p:nvPr>
            <p:ph idx="2" type="pic"/>
          </p:nvPr>
        </p:nvSpPr>
        <p:spPr>
          <a:xfrm>
            <a:off x="3947025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2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9.xml"/><Relationship Id="rId6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570704" y="342900"/>
            <a:ext cx="2400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7828856" y="342899"/>
            <a:ext cx="740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0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4"/>
          <p:cNvSpPr txBox="1"/>
          <p:nvPr>
            <p:ph type="title"/>
          </p:nvPr>
        </p:nvSpPr>
        <p:spPr>
          <a:xfrm>
            <a:off x="569214" y="548640"/>
            <a:ext cx="8003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ctr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 b="1" i="0" sz="33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569214" y="1577340"/>
            <a:ext cx="8003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hyperlink" Target="mailto:info@maticsanalytics.com" TargetMode="External"/><Relationship Id="rId9" Type="http://schemas.openxmlformats.org/officeDocument/2006/relationships/image" Target="../media/image24.png"/><Relationship Id="rId5" Type="http://schemas.openxmlformats.org/officeDocument/2006/relationships/hyperlink" Target="http://www.maticsanalytics.com/book-online" TargetMode="External"/><Relationship Id="rId6" Type="http://schemas.openxmlformats.org/officeDocument/2006/relationships/hyperlink" Target="http://www.maticsanalytics.com/book-online" TargetMode="External"/><Relationship Id="rId7" Type="http://schemas.openxmlformats.org/officeDocument/2006/relationships/image" Target="../media/image21.png"/><Relationship Id="rId8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b09e603d78_0_0"/>
          <p:cNvSpPr txBox="1"/>
          <p:nvPr/>
        </p:nvSpPr>
        <p:spPr>
          <a:xfrm>
            <a:off x="2054375" y="122475"/>
            <a:ext cx="5445300" cy="5034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Hotel Booking Demand Analysis &amp; Cancelation Prediction</a:t>
            </a:r>
            <a:endParaRPr b="1" sz="2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sz="2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26" name="Google Shape;326;g2b09e603d7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25" y="1843099"/>
            <a:ext cx="2578175" cy="257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g2b09e603d78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1375" y="1375925"/>
            <a:ext cx="5112625" cy="373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logo&#10;&#10;Description automatically generated" id="328" name="Google Shape;328;g2b09e603d78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77525" y="0"/>
            <a:ext cx="1566475" cy="105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9" name="Google Shape;329;g2b09e603d78_0_0"/>
          <p:cNvGrpSpPr/>
          <p:nvPr/>
        </p:nvGrpSpPr>
        <p:grpSpPr>
          <a:xfrm>
            <a:off x="209559" y="79227"/>
            <a:ext cx="1980771" cy="1577663"/>
            <a:chOff x="8099519" y="3461559"/>
            <a:chExt cx="1194459" cy="1731983"/>
          </a:xfrm>
        </p:grpSpPr>
        <p:sp>
          <p:nvSpPr>
            <p:cNvPr id="330" name="Google Shape;330;g2b09e603d78_0_0"/>
            <p:cNvSpPr/>
            <p:nvPr/>
          </p:nvSpPr>
          <p:spPr>
            <a:xfrm rot="-8337366">
              <a:off x="8066641" y="3835088"/>
              <a:ext cx="1268509" cy="349411"/>
            </a:xfrm>
            <a:prstGeom prst="flowChartTerminator">
              <a:avLst/>
            </a:pr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1F2C8F">
                  <a:alpha val="498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1" name="Google Shape;331;g2b09e603d78_0_0"/>
            <p:cNvSpPr/>
            <p:nvPr/>
          </p:nvSpPr>
          <p:spPr>
            <a:xfrm rot="-2554473">
              <a:off x="8180392" y="4773099"/>
              <a:ext cx="345873" cy="349485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1F2C8F">
                  <a:alpha val="498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2" name="Google Shape;332;g2b09e603d78_0_0"/>
            <p:cNvSpPr/>
            <p:nvPr/>
          </p:nvSpPr>
          <p:spPr>
            <a:xfrm rot="-8337336">
              <a:off x="8095193" y="4349405"/>
              <a:ext cx="968662" cy="349411"/>
            </a:xfrm>
            <a:prstGeom prst="flowChartTerminator">
              <a:avLst/>
            </a:prstGeom>
            <a:solidFill>
              <a:srgbClr val="7890CD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1F2C8F">
                  <a:alpha val="498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33" name="Google Shape;333;g2b09e603d78_0_0"/>
          <p:cNvSpPr/>
          <p:nvPr/>
        </p:nvSpPr>
        <p:spPr>
          <a:xfrm>
            <a:off x="0" y="4607475"/>
            <a:ext cx="1623600" cy="40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Jan 2024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"/>
          <p:cNvSpPr txBox="1"/>
          <p:nvPr>
            <p:ph type="title"/>
          </p:nvPr>
        </p:nvSpPr>
        <p:spPr>
          <a:xfrm>
            <a:off x="0" y="37300"/>
            <a:ext cx="76719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latin typeface="Poppins"/>
                <a:ea typeface="Poppins"/>
                <a:cs typeface="Poppins"/>
                <a:sym typeface="Poppins"/>
              </a:rPr>
              <a:t>Project Detail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9" name="Google Shape;339;p2"/>
          <p:cNvPicPr preferRelativeResize="0"/>
          <p:nvPr/>
        </p:nvPicPr>
        <p:blipFill rotWithShape="1">
          <a:blip r:embed="rId3">
            <a:alphaModFix/>
          </a:blip>
          <a:srcRect b="33587" l="6865" r="11680" t="27330"/>
          <a:stretch/>
        </p:blipFill>
        <p:spPr>
          <a:xfrm>
            <a:off x="7635800" y="100800"/>
            <a:ext cx="1395350" cy="6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"/>
          <p:cNvSpPr txBox="1"/>
          <p:nvPr>
            <p:ph type="title"/>
          </p:nvPr>
        </p:nvSpPr>
        <p:spPr>
          <a:xfrm>
            <a:off x="198150" y="695525"/>
            <a:ext cx="6861600" cy="4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The client is a leading apparel brand with a global presence offering a wide range of products for men, women, and children, catering to different segments. 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Hotel Booking Cancelation Prediction: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The client is a leading apparel brand with a global presence offering a wide range of products for men, women, and children, catering to different segments. 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Hotel Booking Demand Analysis Forecast: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Hotel Booking Demand Analysis Forecast is a machine learning  regression problem statement that will try to forecast  hotel more demand to generate revenue based on historical pattern based on historical data.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1" name="Google Shape;34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1725" y="2960750"/>
            <a:ext cx="1661676" cy="1246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475" y="905400"/>
            <a:ext cx="1607725" cy="160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b09e603d78_0_78"/>
          <p:cNvSpPr txBox="1"/>
          <p:nvPr>
            <p:ph type="title"/>
          </p:nvPr>
        </p:nvSpPr>
        <p:spPr>
          <a:xfrm>
            <a:off x="0" y="37300"/>
            <a:ext cx="76719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8" name="Google Shape;348;g2b09e603d78_0_78"/>
          <p:cNvPicPr preferRelativeResize="0"/>
          <p:nvPr/>
        </p:nvPicPr>
        <p:blipFill rotWithShape="1">
          <a:blip r:embed="rId3">
            <a:alphaModFix/>
          </a:blip>
          <a:srcRect b="33587" l="6866" r="11680" t="27330"/>
          <a:stretch/>
        </p:blipFill>
        <p:spPr>
          <a:xfrm>
            <a:off x="7635800" y="100800"/>
            <a:ext cx="1395350" cy="6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2b09e603d78_0_78"/>
          <p:cNvSpPr txBox="1"/>
          <p:nvPr>
            <p:ph type="title"/>
          </p:nvPr>
        </p:nvSpPr>
        <p:spPr>
          <a:xfrm>
            <a:off x="198150" y="695525"/>
            <a:ext cx="6436500" cy="4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Hotel the growing trend of Hotel industry  is beneﬁcial for hotels however it  comes with it’s problem too.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One of the problem is the rising  rate of cancellation in the hotel  industry.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Cancellation rate increased 30-40% from 2015-2021.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Hotel owner wants to improve operational efficiency and enhance the guest experience by optimizing room allocation.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The goal is to assign rooms to guests in a way that maximizes guest satisfaction, minimizes wait times, and optimizes room occupancy rates.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0" name="Google Shape;350;g2b09e603d78_0_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1900" y="1203025"/>
            <a:ext cx="2041125" cy="262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b09e603d78_0_89"/>
          <p:cNvSpPr txBox="1"/>
          <p:nvPr>
            <p:ph type="title"/>
          </p:nvPr>
        </p:nvSpPr>
        <p:spPr>
          <a:xfrm>
            <a:off x="0" y="37300"/>
            <a:ext cx="76719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latin typeface="Poppins"/>
                <a:ea typeface="Poppins"/>
                <a:cs typeface="Poppins"/>
                <a:sym typeface="Poppins"/>
              </a:rPr>
              <a:t>Background Information Problem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6" name="Google Shape;356;g2b09e603d78_0_89"/>
          <p:cNvPicPr preferRelativeResize="0"/>
          <p:nvPr/>
        </p:nvPicPr>
        <p:blipFill rotWithShape="1">
          <a:blip r:embed="rId3">
            <a:alphaModFix/>
          </a:blip>
          <a:srcRect b="33587" l="6866" r="11680" t="27330"/>
          <a:stretch/>
        </p:blipFill>
        <p:spPr>
          <a:xfrm>
            <a:off x="7635800" y="100800"/>
            <a:ext cx="1395350" cy="6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2b09e603d78_0_89"/>
          <p:cNvSpPr txBox="1"/>
          <p:nvPr>
            <p:ph type="title"/>
          </p:nvPr>
        </p:nvSpPr>
        <p:spPr>
          <a:xfrm>
            <a:off x="198150" y="695525"/>
            <a:ext cx="6299700" cy="4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The burgeoning trend in the hotel industry brings both advantages and challenges for hotels. While it presents lucrative opportunities, it also introduces its own set of issues.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The hotel business is currently facing a severe and sustained revenue loss, which poses a substantial threat to its financial health.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The cancellation rate has surged by 20-40% between 2015 and 2021.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The hotel owner seeks to refine operational efficiency and elevate the guest experience by streamlining room assignment.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8" name="Google Shape;358;g2b09e603d78_0_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1900" y="1203025"/>
            <a:ext cx="2041125" cy="262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b09e603d78_0_102"/>
          <p:cNvSpPr txBox="1"/>
          <p:nvPr>
            <p:ph type="title"/>
          </p:nvPr>
        </p:nvSpPr>
        <p:spPr>
          <a:xfrm>
            <a:off x="0" y="37300"/>
            <a:ext cx="76719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latin typeface="Poppins"/>
                <a:ea typeface="Poppins"/>
                <a:cs typeface="Poppins"/>
                <a:sym typeface="Poppins"/>
              </a:rPr>
              <a:t>Background Information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4" name="Google Shape;364;g2b09e603d78_0_102"/>
          <p:cNvPicPr preferRelativeResize="0"/>
          <p:nvPr/>
        </p:nvPicPr>
        <p:blipFill rotWithShape="1">
          <a:blip r:embed="rId3">
            <a:alphaModFix/>
          </a:blip>
          <a:srcRect b="33587" l="6866" r="11680" t="27330"/>
          <a:stretch/>
        </p:blipFill>
        <p:spPr>
          <a:xfrm>
            <a:off x="7635800" y="100800"/>
            <a:ext cx="1395350" cy="6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2b09e603d78_0_102"/>
          <p:cNvSpPr txBox="1"/>
          <p:nvPr>
            <p:ph type="title"/>
          </p:nvPr>
        </p:nvSpPr>
        <p:spPr>
          <a:xfrm>
            <a:off x="198150" y="695525"/>
            <a:ext cx="6465300" cy="4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Understanding booking patterns, analyzing factors influencing cancellations, and making accurate predictions is critical for hotel management to enhance operational efficiency and revenue.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The hotel industry is a dynamic and highly competitive business. Hotels constantly face the challenge of optimizing their room occupancy rates while ensuring efficient resource allocation. 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latin typeface="Poppins"/>
                <a:ea typeface="Poppins"/>
                <a:cs typeface="Poppins"/>
                <a:sym typeface="Poppins"/>
              </a:rPr>
              <a:t>Data Description: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This data set contains booking information for a city hotel and a resort hotel and includes information such as when the booking was made, length of stay, the number of adults, children, and/or babies, and the number of available parking spaces, among other things.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6" name="Google Shape;366;g2b09e603d78_0_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0600" y="1001925"/>
            <a:ext cx="2175750" cy="2629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b09e603d78_0_115"/>
          <p:cNvSpPr txBox="1"/>
          <p:nvPr>
            <p:ph type="title"/>
          </p:nvPr>
        </p:nvSpPr>
        <p:spPr>
          <a:xfrm>
            <a:off x="0" y="37300"/>
            <a:ext cx="76719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latin typeface="Poppins"/>
                <a:ea typeface="Poppins"/>
                <a:cs typeface="Poppins"/>
                <a:sym typeface="Poppins"/>
              </a:rPr>
              <a:t>Points to Discuss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2" name="Google Shape;372;g2b09e603d78_0_115"/>
          <p:cNvPicPr preferRelativeResize="0"/>
          <p:nvPr/>
        </p:nvPicPr>
        <p:blipFill rotWithShape="1">
          <a:blip r:embed="rId3">
            <a:alphaModFix/>
          </a:blip>
          <a:srcRect b="33587" l="6866" r="11680" t="27330"/>
          <a:stretch/>
        </p:blipFill>
        <p:spPr>
          <a:xfrm>
            <a:off x="7635800" y="100800"/>
            <a:ext cx="1395350" cy="6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2b09e603d78_0_115"/>
          <p:cNvSpPr txBox="1"/>
          <p:nvPr>
            <p:ph type="title"/>
          </p:nvPr>
        </p:nvSpPr>
        <p:spPr>
          <a:xfrm>
            <a:off x="198150" y="695525"/>
            <a:ext cx="6465300" cy="4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Data Summary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Univariate analysis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Hotel wise analysis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Distribution Channel wise analysis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Booking cancellation analysis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Timewise analysis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Some important questions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Correlation heatmap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b09e603d78_0_126"/>
          <p:cNvSpPr txBox="1"/>
          <p:nvPr>
            <p:ph type="title"/>
          </p:nvPr>
        </p:nvSpPr>
        <p:spPr>
          <a:xfrm>
            <a:off x="0" y="37300"/>
            <a:ext cx="76719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latin typeface="Poppins"/>
                <a:ea typeface="Poppins"/>
                <a:cs typeface="Poppins"/>
                <a:sym typeface="Poppins"/>
              </a:rPr>
              <a:t>Agenda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9" name="Google Shape;379;g2b09e603d78_0_126"/>
          <p:cNvPicPr preferRelativeResize="0"/>
          <p:nvPr/>
        </p:nvPicPr>
        <p:blipFill rotWithShape="1">
          <a:blip r:embed="rId3">
            <a:alphaModFix/>
          </a:blip>
          <a:srcRect b="33587" l="6866" r="11680" t="27330"/>
          <a:stretch/>
        </p:blipFill>
        <p:spPr>
          <a:xfrm>
            <a:off x="7635800" y="100800"/>
            <a:ext cx="1395350" cy="6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2b09e603d78_0_126"/>
          <p:cNvSpPr txBox="1"/>
          <p:nvPr>
            <p:ph type="title"/>
          </p:nvPr>
        </p:nvSpPr>
        <p:spPr>
          <a:xfrm>
            <a:off x="198150" y="695525"/>
            <a:ext cx="7156800" cy="4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To discuss the analysis of given hotel bookings data set from 2015-2017.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We’ll be doing analysis of given data set in following ways :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Univariate analysis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Hotel wise analysis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Distribution Channel wise analysis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Booking cancellation analysis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Timewise analysis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By doing this we’ll try to find out key factors driving the hotel bookings trends.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g2b09e603d78_0_135"/>
          <p:cNvPicPr preferRelativeResize="0"/>
          <p:nvPr/>
        </p:nvPicPr>
        <p:blipFill rotWithShape="1">
          <a:blip r:embed="rId3">
            <a:alphaModFix/>
          </a:blip>
          <a:srcRect b="33587" l="6866" r="11680" t="27330"/>
          <a:stretch/>
        </p:blipFill>
        <p:spPr>
          <a:xfrm>
            <a:off x="7635800" y="100800"/>
            <a:ext cx="1395350" cy="6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2b09e603d78_0_135"/>
          <p:cNvSpPr txBox="1"/>
          <p:nvPr>
            <p:ph type="title"/>
          </p:nvPr>
        </p:nvSpPr>
        <p:spPr>
          <a:xfrm>
            <a:off x="0" y="37300"/>
            <a:ext cx="76719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latin typeface="Poppins"/>
                <a:ea typeface="Poppins"/>
                <a:cs typeface="Poppins"/>
                <a:sym typeface="Poppins"/>
              </a:rPr>
              <a:t>Data Description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87" name="Google Shape;387;g2b09e603d78_0_135"/>
          <p:cNvPicPr preferRelativeResize="0"/>
          <p:nvPr/>
        </p:nvPicPr>
        <p:blipFill rotWithShape="1">
          <a:blip r:embed="rId4">
            <a:alphaModFix/>
          </a:blip>
          <a:srcRect b="6667" l="4422" r="5698" t="22556"/>
          <a:stretch/>
        </p:blipFill>
        <p:spPr>
          <a:xfrm>
            <a:off x="170050" y="713175"/>
            <a:ext cx="7501851" cy="3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b09e603d78_0_146"/>
          <p:cNvSpPr txBox="1"/>
          <p:nvPr>
            <p:ph type="title"/>
          </p:nvPr>
        </p:nvSpPr>
        <p:spPr>
          <a:xfrm>
            <a:off x="0" y="37300"/>
            <a:ext cx="76719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latin typeface="Poppins"/>
                <a:ea typeface="Poppins"/>
                <a:cs typeface="Poppins"/>
                <a:sym typeface="Poppins"/>
              </a:rPr>
              <a:t>Data Summary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3" name="Google Shape;393;g2b09e603d78_0_146"/>
          <p:cNvPicPr preferRelativeResize="0"/>
          <p:nvPr/>
        </p:nvPicPr>
        <p:blipFill rotWithShape="1">
          <a:blip r:embed="rId3">
            <a:alphaModFix/>
          </a:blip>
          <a:srcRect b="33587" l="6866" r="11680" t="27330"/>
          <a:stretch/>
        </p:blipFill>
        <p:spPr>
          <a:xfrm>
            <a:off x="7635800" y="100800"/>
            <a:ext cx="1395350" cy="6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2b09e603d78_0_146"/>
          <p:cNvSpPr txBox="1"/>
          <p:nvPr>
            <p:ph type="title"/>
          </p:nvPr>
        </p:nvSpPr>
        <p:spPr>
          <a:xfrm>
            <a:off x="93650" y="720375"/>
            <a:ext cx="7765800" cy="43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Given data set has different columns of variables crucial for hotel bookings. Some of them are: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hotel</a:t>
            </a: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: The category of hotels, which are two resort hotel and city hotel.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is_cancelled</a:t>
            </a: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 : The value of column show the cancellation type. If the booking was cancelled or not.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Values[0,1], where 0 indicates not cancelled.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lead_time</a:t>
            </a: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 : The time between reservation and actual arrival.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stayed_in_weekend_nights</a:t>
            </a: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: The number of weekend nights stay per reservation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stayed_in_weekday_nights</a:t>
            </a: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: The number of weekday nights stay per reservation.  meal: Meal preferences per reservation.[BB,FB,HB,SC,Undefined]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Country</a:t>
            </a: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: The origin country of guest.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b09e603d78_0_159"/>
          <p:cNvSpPr txBox="1"/>
          <p:nvPr>
            <p:ph type="title"/>
          </p:nvPr>
        </p:nvSpPr>
        <p:spPr>
          <a:xfrm>
            <a:off x="0" y="37300"/>
            <a:ext cx="76719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latin typeface="Poppins"/>
                <a:ea typeface="Poppins"/>
                <a:cs typeface="Poppins"/>
                <a:sym typeface="Poppins"/>
              </a:rPr>
              <a:t>Data Summary(Contd..)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0" name="Google Shape;400;g2b09e603d78_0_159"/>
          <p:cNvPicPr preferRelativeResize="0"/>
          <p:nvPr/>
        </p:nvPicPr>
        <p:blipFill rotWithShape="1">
          <a:blip r:embed="rId3">
            <a:alphaModFix/>
          </a:blip>
          <a:srcRect b="33587" l="6866" r="11680" t="27330"/>
          <a:stretch/>
        </p:blipFill>
        <p:spPr>
          <a:xfrm>
            <a:off x="7635800" y="100800"/>
            <a:ext cx="1395350" cy="6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2b09e603d78_0_159"/>
          <p:cNvSpPr txBox="1"/>
          <p:nvPr>
            <p:ph type="title"/>
          </p:nvPr>
        </p:nvSpPr>
        <p:spPr>
          <a:xfrm>
            <a:off x="158500" y="645100"/>
            <a:ext cx="7765800" cy="43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market_segment</a:t>
            </a: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: This column show how reservation was made and what is the purpose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of reservation. Eg, corporate means corporate trip, TA for travel agency.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distribution_channel</a:t>
            </a: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: The medium through booking was  made.[Direct,Corporate,TA/TO,undefined,GDS.]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Is_repeated_guest</a:t>
            </a: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: Shows if the guest is who has arrived earlier or not.Values[0,1]--&gt;0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indicates no and 1 indicated yes person is repeated guest.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days_in_waiting_list</a:t>
            </a: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: Number of days between actual booking and transact.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customer_type</a:t>
            </a: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: Type of customers( Transient, group, etc.)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b09e603d78_0_168"/>
          <p:cNvSpPr txBox="1"/>
          <p:nvPr>
            <p:ph type="title"/>
          </p:nvPr>
        </p:nvSpPr>
        <p:spPr>
          <a:xfrm>
            <a:off x="0" y="37300"/>
            <a:ext cx="76719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latin typeface="Poppins"/>
                <a:ea typeface="Poppins"/>
                <a:cs typeface="Poppins"/>
                <a:sym typeface="Poppins"/>
              </a:rPr>
              <a:t>Data Summary FlowChart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7" name="Google Shape;407;g2b09e603d78_0_168"/>
          <p:cNvPicPr preferRelativeResize="0"/>
          <p:nvPr/>
        </p:nvPicPr>
        <p:blipFill rotWithShape="1">
          <a:blip r:embed="rId3">
            <a:alphaModFix/>
          </a:blip>
          <a:srcRect b="33587" l="6866" r="11680" t="27330"/>
          <a:stretch/>
        </p:blipFill>
        <p:spPr>
          <a:xfrm>
            <a:off x="7635800" y="100800"/>
            <a:ext cx="1395350" cy="6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g2b09e603d78_0_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975" y="770300"/>
            <a:ext cx="7270158" cy="40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"/>
          <p:cNvSpPr txBox="1"/>
          <p:nvPr>
            <p:ph idx="4294967295" type="body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lt1"/>
                </a:solidFill>
              </a:rPr>
              <a:t>Challenge 1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414" name="Google Shape;414;p5"/>
          <p:cNvGrpSpPr/>
          <p:nvPr/>
        </p:nvGrpSpPr>
        <p:grpSpPr>
          <a:xfrm>
            <a:off x="3342025" y="1163925"/>
            <a:ext cx="2615561" cy="3711155"/>
            <a:chOff x="1178650" y="283725"/>
            <a:chExt cx="2030400" cy="4076400"/>
          </a:xfrm>
        </p:grpSpPr>
        <p:sp>
          <p:nvSpPr>
            <p:cNvPr id="415" name="Google Shape;415;p5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chemeClr val="dk1"/>
            </a:solidFill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5"/>
            <p:cNvSpPr/>
            <p:nvPr/>
          </p:nvSpPr>
          <p:spPr>
            <a:xfrm>
              <a:off x="1256182" y="1913096"/>
              <a:ext cx="18150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Lorem ipsum porta dolor sit amet nec</a:t>
              </a:r>
              <a:endParaRPr b="0" i="0" sz="12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417" name="Google Shape;417;p5"/>
            <p:cNvSpPr/>
            <p:nvPr/>
          </p:nvSpPr>
          <p:spPr>
            <a:xfrm>
              <a:off x="1256110" y="1158635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" sz="40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45</a:t>
              </a:r>
              <a:r>
                <a:rPr b="0" i="0" lang="en" sz="4000" u="none" cap="none" strike="noStrike">
                  <a:solidFill>
                    <a:schemeClr val="dk1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%</a:t>
              </a:r>
              <a:endParaRPr b="0" i="0" sz="4000" u="none" cap="none" strike="noStrike">
                <a:solidFill>
                  <a:schemeClr val="dk1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418" name="Google Shape;418;p5"/>
          <p:cNvGrpSpPr/>
          <p:nvPr/>
        </p:nvGrpSpPr>
        <p:grpSpPr>
          <a:xfrm>
            <a:off x="6294600" y="1163925"/>
            <a:ext cx="2615561" cy="3711155"/>
            <a:chOff x="1178650" y="283725"/>
            <a:chExt cx="2030400" cy="4076400"/>
          </a:xfrm>
        </p:grpSpPr>
        <p:sp>
          <p:nvSpPr>
            <p:cNvPr id="419" name="Google Shape;419;p5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chemeClr val="dk1"/>
            </a:solidFill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5"/>
            <p:cNvSpPr/>
            <p:nvPr/>
          </p:nvSpPr>
          <p:spPr>
            <a:xfrm>
              <a:off x="1256182" y="1913096"/>
              <a:ext cx="18150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Lorem ipsum porta dolor sit amet nec</a:t>
              </a:r>
              <a:endParaRPr b="0" i="0" sz="12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421" name="Google Shape;421;p5"/>
            <p:cNvSpPr/>
            <p:nvPr/>
          </p:nvSpPr>
          <p:spPr>
            <a:xfrm>
              <a:off x="1256110" y="1158635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" sz="40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45</a:t>
              </a:r>
              <a:r>
                <a:rPr b="0" i="0" lang="en" sz="4000" u="none" cap="none" strike="noStrike">
                  <a:solidFill>
                    <a:schemeClr val="dk1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%</a:t>
              </a:r>
              <a:endParaRPr b="0" i="0" sz="4000" u="none" cap="none" strike="noStrike">
                <a:solidFill>
                  <a:schemeClr val="dk1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pic>
        <p:nvPicPr>
          <p:cNvPr id="422" name="Google Shape;422;p5"/>
          <p:cNvPicPr preferRelativeResize="0"/>
          <p:nvPr/>
        </p:nvPicPr>
        <p:blipFill rotWithShape="1">
          <a:blip r:embed="rId3">
            <a:alphaModFix/>
          </a:blip>
          <a:srcRect b="33587" l="6865" r="11680" t="27330"/>
          <a:stretch/>
        </p:blipFill>
        <p:spPr>
          <a:xfrm>
            <a:off x="7514800" y="95800"/>
            <a:ext cx="1395350" cy="66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3" name="Google Shape;423;p5"/>
          <p:cNvGrpSpPr/>
          <p:nvPr/>
        </p:nvGrpSpPr>
        <p:grpSpPr>
          <a:xfrm>
            <a:off x="311698" y="1163925"/>
            <a:ext cx="2693314" cy="3711155"/>
            <a:chOff x="1118292" y="283725"/>
            <a:chExt cx="2090758" cy="4076400"/>
          </a:xfrm>
        </p:grpSpPr>
        <p:sp>
          <p:nvSpPr>
            <p:cNvPr id="424" name="Google Shape;424;p5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chemeClr val="dk1"/>
            </a:solidFill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5"/>
            <p:cNvSpPr/>
            <p:nvPr/>
          </p:nvSpPr>
          <p:spPr>
            <a:xfrm>
              <a:off x="1118292" y="614692"/>
              <a:ext cx="2090700" cy="3293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5"/>
            <p:cNvSpPr/>
            <p:nvPr/>
          </p:nvSpPr>
          <p:spPr>
            <a:xfrm>
              <a:off x="1244468" y="945027"/>
              <a:ext cx="1838400" cy="98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Poppins SemiBold"/>
                  <a:ea typeface="Poppins SemiBold"/>
                  <a:cs typeface="Poppins SemiBold"/>
                  <a:sym typeface="Poppins SemiBold"/>
                </a:rPr>
                <a:t>Data-Driven Insights</a:t>
              </a:r>
              <a:endParaRPr b="0" i="0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7" name="Google Shape;427;p5"/>
            <p:cNvSpPr/>
            <p:nvPr/>
          </p:nvSpPr>
          <p:spPr>
            <a:xfrm>
              <a:off x="1256180" y="1913091"/>
              <a:ext cx="1915800" cy="17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Poppins Medium"/>
                  <a:ea typeface="Poppins Medium"/>
                  <a:cs typeface="Poppins Medium"/>
                  <a:sym typeface="Poppins Medium"/>
                </a:rPr>
                <a:t>We harnessed advanced analytics to extract insights from the data to </a:t>
              </a:r>
              <a:r>
                <a:rPr b="0" i="0" lang="en" sz="1300" u="none" cap="none" strike="noStrike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identify the key patterns, trends, and segments in the customer data.</a:t>
              </a:r>
              <a:endParaRPr b="0" i="0" sz="1300" u="none" cap="none" strike="noStrik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428" name="Google Shape;428;p5"/>
          <p:cNvGrpSpPr/>
          <p:nvPr/>
        </p:nvGrpSpPr>
        <p:grpSpPr>
          <a:xfrm>
            <a:off x="3303185" y="1451575"/>
            <a:ext cx="2693240" cy="2998584"/>
            <a:chOff x="1118292" y="614692"/>
            <a:chExt cx="2090700" cy="3293700"/>
          </a:xfrm>
        </p:grpSpPr>
        <p:sp>
          <p:nvSpPr>
            <p:cNvPr id="429" name="Google Shape;429;p5"/>
            <p:cNvSpPr/>
            <p:nvPr/>
          </p:nvSpPr>
          <p:spPr>
            <a:xfrm>
              <a:off x="1118292" y="614692"/>
              <a:ext cx="2090700" cy="3293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5"/>
            <p:cNvSpPr/>
            <p:nvPr/>
          </p:nvSpPr>
          <p:spPr>
            <a:xfrm>
              <a:off x="1244468" y="945027"/>
              <a:ext cx="1838400" cy="98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Poppins SemiBold"/>
                  <a:ea typeface="Poppins SemiBold"/>
                  <a:cs typeface="Poppins SemiBold"/>
                  <a:sym typeface="Poppins SemiBold"/>
                </a:rPr>
                <a:t>Machine </a:t>
              </a:r>
              <a:br>
                <a:rPr b="0" i="0" lang="en" sz="18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Poppins SemiBold"/>
                  <a:ea typeface="Poppins SemiBold"/>
                  <a:cs typeface="Poppins SemiBold"/>
                  <a:sym typeface="Poppins SemiBold"/>
                </a:rPr>
              </a:br>
              <a:r>
                <a:rPr b="0" i="0" lang="en" sz="1800" u="none" cap="none" strike="noStrike">
                  <a:solidFill>
                    <a:schemeClr val="dk1"/>
                  </a:solidFill>
                  <a:highlight>
                    <a:srgbClr val="FFFFFF"/>
                  </a:highlight>
                  <a:latin typeface="Poppins SemiBold"/>
                  <a:ea typeface="Poppins SemiBold"/>
                  <a:cs typeface="Poppins SemiBold"/>
                  <a:sym typeface="Poppins SemiBold"/>
                </a:rPr>
                <a:t>Learning</a:t>
              </a:r>
              <a:endParaRPr b="0" i="0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1" name="Google Shape;431;p5"/>
            <p:cNvSpPr/>
            <p:nvPr/>
          </p:nvSpPr>
          <p:spPr>
            <a:xfrm>
              <a:off x="1256180" y="1913091"/>
              <a:ext cx="1915800" cy="17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Built ML models to proactively predict which customers are most likely to leave the brand in the next 12 months.</a:t>
              </a:r>
              <a:endParaRPr b="0" i="0" sz="1300" u="none" cap="none" strike="noStrik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432" name="Google Shape;432;p5"/>
          <p:cNvGrpSpPr/>
          <p:nvPr/>
        </p:nvGrpSpPr>
        <p:grpSpPr>
          <a:xfrm>
            <a:off x="6294598" y="1451563"/>
            <a:ext cx="2693240" cy="2998584"/>
            <a:chOff x="1118292" y="614692"/>
            <a:chExt cx="2090700" cy="3293700"/>
          </a:xfrm>
        </p:grpSpPr>
        <p:sp>
          <p:nvSpPr>
            <p:cNvPr id="433" name="Google Shape;433;p5"/>
            <p:cNvSpPr/>
            <p:nvPr/>
          </p:nvSpPr>
          <p:spPr>
            <a:xfrm>
              <a:off x="1118292" y="614692"/>
              <a:ext cx="2090700" cy="3293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5"/>
            <p:cNvSpPr/>
            <p:nvPr/>
          </p:nvSpPr>
          <p:spPr>
            <a:xfrm>
              <a:off x="1244468" y="945027"/>
              <a:ext cx="1838400" cy="98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Retention </a:t>
              </a:r>
              <a:br>
                <a:rPr b="0" i="0" lang="en" sz="1800" u="none" cap="none" strike="noStrike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</a:br>
              <a:r>
                <a:rPr b="0" i="0" lang="en" sz="1800" u="none" cap="none" strike="noStrike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Strategy</a:t>
              </a:r>
              <a:endParaRPr b="0" i="0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435" name="Google Shape;435;p5"/>
            <p:cNvSpPr/>
            <p:nvPr/>
          </p:nvSpPr>
          <p:spPr>
            <a:xfrm>
              <a:off x="1244459" y="1845126"/>
              <a:ext cx="1915800" cy="17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Recommended targeted marketing initiatives to focus on the customers in the top deciles, who had the highest probability of churning.</a:t>
              </a:r>
              <a:endParaRPr b="0" i="0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436" name="Google Shape;436;p5"/>
          <p:cNvSpPr txBox="1"/>
          <p:nvPr>
            <p:ph type="title"/>
          </p:nvPr>
        </p:nvSpPr>
        <p:spPr>
          <a:xfrm>
            <a:off x="389500" y="284725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Our Solution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"/>
          <p:cNvSpPr/>
          <p:nvPr/>
        </p:nvSpPr>
        <p:spPr>
          <a:xfrm rot="10592382">
            <a:off x="5513499" y="1379656"/>
            <a:ext cx="2689002" cy="2689002"/>
          </a:xfrm>
          <a:prstGeom prst="blockArc">
            <a:avLst>
              <a:gd fmla="val 2627839" name="adj1"/>
              <a:gd fmla="val 5880699" name="adj2"/>
              <a:gd fmla="val 7985" name="adj3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6"/>
          <p:cNvSpPr txBox="1"/>
          <p:nvPr>
            <p:ph type="title"/>
          </p:nvPr>
        </p:nvSpPr>
        <p:spPr>
          <a:xfrm>
            <a:off x="43225" y="47725"/>
            <a:ext cx="45720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 sz="2600">
                <a:latin typeface="Poppins"/>
                <a:ea typeface="Poppins"/>
                <a:cs typeface="Poppins"/>
                <a:sym typeface="Poppins"/>
              </a:rPr>
              <a:t>Value Delivered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t/>
            </a:r>
            <a:endParaRPr sz="3400"/>
          </a:p>
        </p:txBody>
      </p:sp>
      <p:sp>
        <p:nvSpPr>
          <p:cNvPr id="443" name="Google Shape;443;p6"/>
          <p:cNvSpPr txBox="1"/>
          <p:nvPr>
            <p:ph idx="1" type="subTitle"/>
          </p:nvPr>
        </p:nvSpPr>
        <p:spPr>
          <a:xfrm>
            <a:off x="0" y="688625"/>
            <a:ext cx="42864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Medium"/>
              <a:buChar char="●"/>
            </a:pPr>
            <a:r>
              <a:rPr lang="en" sz="1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Achieved a significant </a:t>
            </a: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25% boost in customer retention</a:t>
            </a:r>
            <a:r>
              <a:rPr lang="en" sz="1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, leading to a more stable and loyal customer base.</a:t>
            </a:r>
            <a:br>
              <a:rPr lang="en" sz="1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sz="1400">
              <a:solidFill>
                <a:srgbClr val="DF8F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Medium"/>
              <a:buChar char="●"/>
            </a:pPr>
            <a:r>
              <a:rPr lang="en" sz="1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Successfully </a:t>
            </a: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reduced customer churn</a:t>
            </a:r>
            <a:r>
              <a:rPr lang="en" sz="1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, contributing positively to company’s revenue stream.</a:t>
            </a:r>
            <a:br>
              <a:rPr lang="en" sz="1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sz="14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Medium"/>
              <a:buChar char="●"/>
            </a:pP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Customer loyalty</a:t>
            </a:r>
            <a:r>
              <a:rPr lang="en" sz="1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was enhanced by providing them with targeted and relevant offers.</a:t>
            </a:r>
            <a:endParaRPr sz="14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44" name="Google Shape;444;p6"/>
          <p:cNvSpPr txBox="1"/>
          <p:nvPr>
            <p:ph idx="2" type="body"/>
          </p:nvPr>
        </p:nvSpPr>
        <p:spPr>
          <a:xfrm>
            <a:off x="6038550" y="2025775"/>
            <a:ext cx="1638900" cy="139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600">
                <a:latin typeface="Poppins SemiBold"/>
                <a:ea typeface="Poppins SemiBold"/>
                <a:cs typeface="Poppins SemiBold"/>
                <a:sym typeface="Poppins SemiBold"/>
              </a:rPr>
              <a:t>25%</a:t>
            </a:r>
            <a:endParaRPr sz="3600"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445" name="Google Shape;445;p6"/>
          <p:cNvSpPr/>
          <p:nvPr/>
        </p:nvSpPr>
        <p:spPr>
          <a:xfrm>
            <a:off x="5513395" y="1379567"/>
            <a:ext cx="2688900" cy="2688900"/>
          </a:xfrm>
          <a:prstGeom prst="blockArc">
            <a:avLst>
              <a:gd fmla="val 16211102" name="adj1"/>
              <a:gd fmla="val 13367420" name="adj2"/>
              <a:gd fmla="val 7983" name="adj3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6"/>
          <p:cNvSpPr txBox="1"/>
          <p:nvPr>
            <p:ph idx="2" type="body"/>
          </p:nvPr>
        </p:nvSpPr>
        <p:spPr>
          <a:xfrm>
            <a:off x="5877325" y="2715963"/>
            <a:ext cx="19611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 sz="1200">
                <a:latin typeface="Poppins SemiBold"/>
                <a:ea typeface="Poppins SemiBold"/>
                <a:cs typeface="Poppins SemiBold"/>
                <a:sym typeface="Poppins SemiBold"/>
              </a:rPr>
              <a:t>Increase in Customer Retention</a:t>
            </a:r>
            <a:endParaRPr sz="120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447" name="Google Shape;447;p6"/>
          <p:cNvPicPr preferRelativeResize="0"/>
          <p:nvPr/>
        </p:nvPicPr>
        <p:blipFill rotWithShape="1">
          <a:blip r:embed="rId3">
            <a:alphaModFix/>
          </a:blip>
          <a:srcRect b="33587" l="6866" r="11680" t="27330"/>
          <a:stretch/>
        </p:blipFill>
        <p:spPr>
          <a:xfrm>
            <a:off x="0" y="4538375"/>
            <a:ext cx="1395350" cy="6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"/>
          <p:cNvSpPr/>
          <p:nvPr/>
        </p:nvSpPr>
        <p:spPr>
          <a:xfrm>
            <a:off x="24000" y="1168474"/>
            <a:ext cx="9096000" cy="3090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3" name="Google Shape;453;p7"/>
          <p:cNvGrpSpPr/>
          <p:nvPr/>
        </p:nvGrpSpPr>
        <p:grpSpPr>
          <a:xfrm>
            <a:off x="524204" y="1550716"/>
            <a:ext cx="8092086" cy="1878261"/>
            <a:chOff x="273007" y="1108859"/>
            <a:chExt cx="8083194" cy="1872083"/>
          </a:xfrm>
        </p:grpSpPr>
        <p:grpSp>
          <p:nvGrpSpPr>
            <p:cNvPr id="454" name="Google Shape;454;p7"/>
            <p:cNvGrpSpPr/>
            <p:nvPr/>
          </p:nvGrpSpPr>
          <p:grpSpPr>
            <a:xfrm>
              <a:off x="273007" y="1108859"/>
              <a:ext cx="1879556" cy="1872021"/>
              <a:chOff x="436775" y="961000"/>
              <a:chExt cx="2282400" cy="2358600"/>
            </a:xfrm>
          </p:grpSpPr>
          <p:sp>
            <p:nvSpPr>
              <p:cNvPr id="455" name="Google Shape;455;p7"/>
              <p:cNvSpPr/>
              <p:nvPr/>
            </p:nvSpPr>
            <p:spPr>
              <a:xfrm rot="5400000">
                <a:off x="398675" y="999100"/>
                <a:ext cx="2358600" cy="2282400"/>
              </a:xfrm>
              <a:prstGeom prst="ellipse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56" name="Google Shape;456;p7"/>
              <p:cNvSpPr txBox="1"/>
              <p:nvPr/>
            </p:nvSpPr>
            <p:spPr>
              <a:xfrm>
                <a:off x="464078" y="2380170"/>
                <a:ext cx="2227800" cy="63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68575" lIns="68575" spcFirstLastPara="1" rIns="68575" wrap="square" tIns="685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1200" u="none" cap="none" strike="noStrike">
                    <a:solidFill>
                      <a:schemeClr val="dk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Cloud Computing Platform</a:t>
                </a:r>
                <a:endParaRPr b="0" i="0" sz="1200" u="none" cap="none" strike="noStrike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457" name="Google Shape;457;p7"/>
            <p:cNvGrpSpPr/>
            <p:nvPr/>
          </p:nvGrpSpPr>
          <p:grpSpPr>
            <a:xfrm>
              <a:off x="409790" y="1108859"/>
              <a:ext cx="7946411" cy="1872083"/>
              <a:chOff x="409790" y="1108859"/>
              <a:chExt cx="7946411" cy="1872083"/>
            </a:xfrm>
          </p:grpSpPr>
          <p:grpSp>
            <p:nvGrpSpPr>
              <p:cNvPr id="458" name="Google Shape;458;p7"/>
              <p:cNvGrpSpPr/>
              <p:nvPr/>
            </p:nvGrpSpPr>
            <p:grpSpPr>
              <a:xfrm>
                <a:off x="2340895" y="1108859"/>
                <a:ext cx="1879556" cy="1872021"/>
                <a:chOff x="2340895" y="1108859"/>
                <a:chExt cx="1879556" cy="1872021"/>
              </a:xfrm>
            </p:grpSpPr>
            <p:grpSp>
              <p:nvGrpSpPr>
                <p:cNvPr id="459" name="Google Shape;459;p7"/>
                <p:cNvGrpSpPr/>
                <p:nvPr/>
              </p:nvGrpSpPr>
              <p:grpSpPr>
                <a:xfrm>
                  <a:off x="2340895" y="1108859"/>
                  <a:ext cx="1879556" cy="1872021"/>
                  <a:chOff x="436775" y="961000"/>
                  <a:chExt cx="2282400" cy="2358600"/>
                </a:xfrm>
              </p:grpSpPr>
              <p:sp>
                <p:nvSpPr>
                  <p:cNvPr id="460" name="Google Shape;460;p7"/>
                  <p:cNvSpPr/>
                  <p:nvPr/>
                </p:nvSpPr>
                <p:spPr>
                  <a:xfrm rot="5400000">
                    <a:off x="398675" y="999100"/>
                    <a:ext cx="2358600" cy="228240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381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68575" lIns="68575" spcFirstLastPara="1" rIns="68575" wrap="square" tIns="6857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t/>
                    </a:r>
                    <a:endParaRPr b="0" i="0" sz="1100" u="none" cap="none" strike="noStrike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461" name="Google Shape;461;p7"/>
                  <p:cNvSpPr txBox="1"/>
                  <p:nvPr/>
                </p:nvSpPr>
                <p:spPr>
                  <a:xfrm>
                    <a:off x="464078" y="2380170"/>
                    <a:ext cx="2227800" cy="637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68575" lIns="68575" spcFirstLastPara="1" rIns="68575" wrap="square" tIns="68575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00"/>
                      <a:buFont typeface="Arial"/>
                      <a:buNone/>
                    </a:pPr>
                    <a:r>
                      <a:rPr b="0" i="0" lang="en" sz="1200" u="none" cap="none" strike="noStrike">
                        <a:solidFill>
                          <a:schemeClr val="dk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rPr>
                      <a:t>Data Analytics &amp; Development</a:t>
                    </a:r>
                    <a:endParaRPr b="0" i="0" sz="1200" u="none" cap="none" strike="noStrike">
                      <a:solidFill>
                        <a:schemeClr val="dk1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endParaRPr>
                  </a:p>
                </p:txBody>
              </p:sp>
            </p:grpSp>
            <p:pic>
              <p:nvPicPr>
                <p:cNvPr id="462" name="Google Shape;462;p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6357" t="-6507"/>
                <a:stretch/>
              </p:blipFill>
              <p:spPr>
                <a:xfrm>
                  <a:off x="2511287" y="1341499"/>
                  <a:ext cx="1494786" cy="8336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463" name="Google Shape;463;p7"/>
              <p:cNvPicPr preferRelativeResize="0"/>
              <p:nvPr/>
            </p:nvPicPr>
            <p:blipFill rotWithShape="1">
              <a:blip r:embed="rId4">
                <a:alphaModFix/>
              </a:blip>
              <a:srcRect b="31075" l="0" r="0" t="31078"/>
              <a:stretch/>
            </p:blipFill>
            <p:spPr>
              <a:xfrm>
                <a:off x="409790" y="1568913"/>
                <a:ext cx="1605986" cy="6078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64" name="Google Shape;464;p7"/>
              <p:cNvGrpSpPr/>
              <p:nvPr/>
            </p:nvGrpSpPr>
            <p:grpSpPr>
              <a:xfrm>
                <a:off x="4408770" y="1108859"/>
                <a:ext cx="1879556" cy="1872021"/>
                <a:chOff x="436775" y="961000"/>
                <a:chExt cx="2282400" cy="2358600"/>
              </a:xfrm>
            </p:grpSpPr>
            <p:sp>
              <p:nvSpPr>
                <p:cNvPr id="465" name="Google Shape;465;p7"/>
                <p:cNvSpPr/>
                <p:nvPr/>
              </p:nvSpPr>
              <p:spPr>
                <a:xfrm rot="5400000">
                  <a:off x="398675" y="999100"/>
                  <a:ext cx="2358600" cy="22824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466" name="Google Shape;466;p7"/>
                <p:cNvSpPr txBox="1"/>
                <p:nvPr/>
              </p:nvSpPr>
              <p:spPr>
                <a:xfrm>
                  <a:off x="464078" y="2380170"/>
                  <a:ext cx="2227800" cy="63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68575" lIns="68575" spcFirstLastPara="1" rIns="68575" wrap="square" tIns="6857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0" i="0" lang="en" sz="1200" u="none" cap="none" strike="noStrike">
                      <a:solidFill>
                        <a:schemeClr val="dk1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Data Storage </a:t>
                  </a:r>
                  <a:endParaRPr b="0" i="0" sz="1200" u="none" cap="none" strike="noStrike">
                    <a:solidFill>
                      <a:schemeClr val="dk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0" i="0" lang="en" sz="1200" u="none" cap="none" strike="noStrike">
                      <a:solidFill>
                        <a:schemeClr val="dk1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Layer</a:t>
                  </a:r>
                  <a:endParaRPr b="0" i="0" sz="1200" u="none" cap="none" strike="noStrike">
                    <a:solidFill>
                      <a:schemeClr val="dk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  <p:pic>
            <p:nvPicPr>
              <p:cNvPr id="467" name="Google Shape;467;p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839263" y="1341488"/>
                <a:ext cx="1018574" cy="833651"/>
              </a:xfrm>
              <a:prstGeom prst="rect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grpSp>
            <p:nvGrpSpPr>
              <p:cNvPr id="468" name="Google Shape;468;p7"/>
              <p:cNvGrpSpPr/>
              <p:nvPr/>
            </p:nvGrpSpPr>
            <p:grpSpPr>
              <a:xfrm>
                <a:off x="6476645" y="1108921"/>
                <a:ext cx="1879556" cy="1872021"/>
                <a:chOff x="513217" y="960937"/>
                <a:chExt cx="2282400" cy="2358600"/>
              </a:xfrm>
            </p:grpSpPr>
            <p:sp>
              <p:nvSpPr>
                <p:cNvPr id="469" name="Google Shape;469;p7"/>
                <p:cNvSpPr/>
                <p:nvPr/>
              </p:nvSpPr>
              <p:spPr>
                <a:xfrm rot="5400000">
                  <a:off x="475117" y="999037"/>
                  <a:ext cx="2358600" cy="22824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470" name="Google Shape;470;p7"/>
                <p:cNvSpPr txBox="1"/>
                <p:nvPr/>
              </p:nvSpPr>
              <p:spPr>
                <a:xfrm>
                  <a:off x="513228" y="2380028"/>
                  <a:ext cx="2227800" cy="63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68575" lIns="68575" spcFirstLastPara="1" rIns="68575" wrap="square" tIns="6857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0" i="0" lang="en" sz="1200" u="none" cap="none" strike="noStrike">
                      <a:solidFill>
                        <a:schemeClr val="dk1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ML Lifecycle Management</a:t>
                  </a:r>
                  <a:endParaRPr b="0" i="0" sz="1200" u="none" cap="none" strike="noStrike">
                    <a:solidFill>
                      <a:schemeClr val="dk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</p:grpSp>
      </p:grpSp>
      <p:pic>
        <p:nvPicPr>
          <p:cNvPr id="471" name="Google Shape;47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15425" y="2074000"/>
            <a:ext cx="1357476" cy="49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2" name="Google Shape;472;p7"/>
          <p:cNvGrpSpPr/>
          <p:nvPr/>
        </p:nvGrpSpPr>
        <p:grpSpPr>
          <a:xfrm>
            <a:off x="2349203" y="2419833"/>
            <a:ext cx="260366" cy="260366"/>
            <a:chOff x="3157188" y="909150"/>
            <a:chExt cx="470400" cy="470400"/>
          </a:xfrm>
        </p:grpSpPr>
        <p:sp>
          <p:nvSpPr>
            <p:cNvPr id="473" name="Google Shape;473;p7"/>
            <p:cNvSpPr/>
            <p:nvPr/>
          </p:nvSpPr>
          <p:spPr>
            <a:xfrm>
              <a:off x="3157188" y="909150"/>
              <a:ext cx="470400" cy="470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74" name="Google Shape;474;p7"/>
            <p:cNvSpPr/>
            <p:nvPr/>
          </p:nvSpPr>
          <p:spPr>
            <a:xfrm>
              <a:off x="3243138" y="995100"/>
              <a:ext cx="298500" cy="298500"/>
            </a:xfrm>
            <a:prstGeom prst="mathPlus">
              <a:avLst>
                <a:gd fmla="val 9900" name="adj1"/>
              </a:avLst>
            </a:prstGeom>
            <a:solidFill>
              <a:srgbClr val="307AF3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5" name="Google Shape;475;p7"/>
          <p:cNvGrpSpPr/>
          <p:nvPr/>
        </p:nvGrpSpPr>
        <p:grpSpPr>
          <a:xfrm>
            <a:off x="4441815" y="2419833"/>
            <a:ext cx="260366" cy="260366"/>
            <a:chOff x="3157188" y="909150"/>
            <a:chExt cx="470400" cy="470400"/>
          </a:xfrm>
        </p:grpSpPr>
        <p:sp>
          <p:nvSpPr>
            <p:cNvPr id="476" name="Google Shape;476;p7"/>
            <p:cNvSpPr/>
            <p:nvPr/>
          </p:nvSpPr>
          <p:spPr>
            <a:xfrm>
              <a:off x="3157188" y="909150"/>
              <a:ext cx="470400" cy="470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77" name="Google Shape;477;p7"/>
            <p:cNvSpPr/>
            <p:nvPr/>
          </p:nvSpPr>
          <p:spPr>
            <a:xfrm>
              <a:off x="3243138" y="995100"/>
              <a:ext cx="298500" cy="298500"/>
            </a:xfrm>
            <a:prstGeom prst="mathPlus">
              <a:avLst>
                <a:gd fmla="val 9900" name="adj1"/>
              </a:avLst>
            </a:prstGeom>
            <a:solidFill>
              <a:srgbClr val="307AF3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8" name="Google Shape;478;p7"/>
          <p:cNvGrpSpPr/>
          <p:nvPr/>
        </p:nvGrpSpPr>
        <p:grpSpPr>
          <a:xfrm>
            <a:off x="6534428" y="2419833"/>
            <a:ext cx="260366" cy="260366"/>
            <a:chOff x="3157188" y="909150"/>
            <a:chExt cx="470400" cy="470400"/>
          </a:xfrm>
        </p:grpSpPr>
        <p:sp>
          <p:nvSpPr>
            <p:cNvPr id="479" name="Google Shape;479;p7"/>
            <p:cNvSpPr/>
            <p:nvPr/>
          </p:nvSpPr>
          <p:spPr>
            <a:xfrm>
              <a:off x="3157188" y="909150"/>
              <a:ext cx="470400" cy="4704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80" name="Google Shape;480;p7"/>
            <p:cNvSpPr/>
            <p:nvPr/>
          </p:nvSpPr>
          <p:spPr>
            <a:xfrm>
              <a:off x="3243138" y="995100"/>
              <a:ext cx="298500" cy="298500"/>
            </a:xfrm>
            <a:prstGeom prst="mathPlus">
              <a:avLst>
                <a:gd fmla="val 9900" name="adj1"/>
              </a:avLst>
            </a:prstGeom>
            <a:solidFill>
              <a:srgbClr val="307AF3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81" name="Google Shape;481;p7"/>
          <p:cNvSpPr txBox="1"/>
          <p:nvPr>
            <p:ph idx="4294967295" type="title"/>
          </p:nvPr>
        </p:nvSpPr>
        <p:spPr>
          <a:xfrm>
            <a:off x="0" y="0"/>
            <a:ext cx="7787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latin typeface="Poppins"/>
                <a:ea typeface="Poppins"/>
                <a:cs typeface="Poppins"/>
                <a:sym typeface="Poppins"/>
              </a:rPr>
              <a:t>Tech Stack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2" name="Google Shape;482;p7"/>
          <p:cNvPicPr preferRelativeResize="0"/>
          <p:nvPr/>
        </p:nvPicPr>
        <p:blipFill rotWithShape="1">
          <a:blip r:embed="rId7">
            <a:alphaModFix/>
          </a:blip>
          <a:srcRect b="33587" l="6866" r="11680" t="27330"/>
          <a:stretch/>
        </p:blipFill>
        <p:spPr>
          <a:xfrm>
            <a:off x="7748650" y="0"/>
            <a:ext cx="1395350" cy="6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8"/>
          <p:cNvSpPr/>
          <p:nvPr/>
        </p:nvSpPr>
        <p:spPr>
          <a:xfrm>
            <a:off x="175059" y="429000"/>
            <a:ext cx="2075400" cy="4285500"/>
          </a:xfrm>
          <a:prstGeom prst="flowChartAlternateProcess">
            <a:avLst/>
          </a:prstGeom>
          <a:gradFill>
            <a:gsLst>
              <a:gs pos="0">
                <a:srgbClr val="2B3DC5"/>
              </a:gs>
              <a:gs pos="85000">
                <a:srgbClr val="222E8E"/>
              </a:gs>
              <a:gs pos="100000">
                <a:srgbClr val="181F56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88" name="Google Shape;488;p8"/>
          <p:cNvSpPr txBox="1"/>
          <p:nvPr>
            <p:ph type="title"/>
          </p:nvPr>
        </p:nvSpPr>
        <p:spPr>
          <a:xfrm>
            <a:off x="2489049" y="133725"/>
            <a:ext cx="50697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</a:pPr>
            <a:r>
              <a:rPr lang="en" sz="2600">
                <a:latin typeface="Poppins"/>
                <a:ea typeface="Poppins"/>
                <a:cs typeface="Poppins"/>
                <a:sym typeface="Poppins"/>
              </a:rPr>
              <a:t>ABOUT US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9" name="Google Shape;4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263" y="1725781"/>
            <a:ext cx="1730984" cy="169194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  <p:sp>
        <p:nvSpPr>
          <p:cNvPr id="490" name="Google Shape;490;p8"/>
          <p:cNvSpPr txBox="1"/>
          <p:nvPr/>
        </p:nvSpPr>
        <p:spPr>
          <a:xfrm>
            <a:off x="2489050" y="1225150"/>
            <a:ext cx="5515500" cy="31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We’re Matics</a:t>
            </a:r>
            <a:endParaRPr b="1" i="0" sz="1800" u="none" cap="none" strike="noStrike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We’re working towards transforming enterprise data into intelligent actions with </a:t>
            </a:r>
            <a:r>
              <a:rPr b="0" i="0" lang="en" sz="1400" u="none" cap="none" strike="noStrike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bespoke AI and data-driven solutions to drive business success.</a:t>
            </a:r>
            <a:br>
              <a:rPr b="0" i="0" lang="en" sz="1400" u="none" cap="none" strike="noStrik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1400" u="none" cap="none" strike="noStrike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With over </a:t>
            </a:r>
            <a:r>
              <a:rPr b="0" i="0" lang="en" sz="1400" u="none" cap="none" strike="noStrike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 years of data excellence </a:t>
            </a:r>
            <a:r>
              <a:rPr b="0" i="0" lang="en" sz="1400" u="none" cap="none" strike="noStrik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b="0" i="0" lang="en" sz="1400" u="none" cap="none" strike="noStrike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decade-long experienced team</a:t>
            </a:r>
            <a:r>
              <a:rPr b="0" i="0" lang="en" sz="1400" u="none" cap="none" strike="noStrik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, we collaborate with potential businesses to understand business pain points and deliver tailored solutions to generate significant business value.</a:t>
            </a:r>
            <a:endParaRPr b="0" i="0" sz="1400" u="none" cap="none" strike="noStrike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0" i="0" lang="en" sz="1300" u="none" cap="none" strike="noStrike"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b="0" i="0" sz="1300" u="none" cap="none" strike="noStrike">
              <a:solidFill>
                <a:schemeClr val="accent6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91" name="Google Shape;491;p8"/>
          <p:cNvPicPr preferRelativeResize="0"/>
          <p:nvPr/>
        </p:nvPicPr>
        <p:blipFill rotWithShape="1">
          <a:blip r:embed="rId4">
            <a:alphaModFix/>
          </a:blip>
          <a:srcRect b="33587" l="6866" r="11680" t="27330"/>
          <a:stretch/>
        </p:blipFill>
        <p:spPr>
          <a:xfrm>
            <a:off x="7748650" y="0"/>
            <a:ext cx="1395350" cy="6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9"/>
          <p:cNvSpPr/>
          <p:nvPr/>
        </p:nvSpPr>
        <p:spPr>
          <a:xfrm>
            <a:off x="-8569" y="4106063"/>
            <a:ext cx="9161100" cy="10125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Matics Analytics Private Limited</a:t>
            </a:r>
            <a:endParaRPr b="0" i="0" sz="11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www.maticsanalytics.com | info@maticsanalytics.com</a:t>
            </a:r>
            <a:endParaRPr b="0" i="0" sz="11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97" name="Google Shape;497;p9"/>
          <p:cNvSpPr txBox="1"/>
          <p:nvPr>
            <p:ph type="title"/>
          </p:nvPr>
        </p:nvSpPr>
        <p:spPr>
          <a:xfrm>
            <a:off x="-8574" y="0"/>
            <a:ext cx="77010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0">
            <a:noAutofit/>
          </a:bodyPr>
          <a:lstStyle/>
          <a:p>
            <a:pPr indent="0" lvl="0" marL="0" rtl="0" algn="ctr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rgbClr val="1F2C8F"/>
              </a:buClr>
              <a:buSzPts val="3300"/>
              <a:buFont typeface="Arial Black"/>
              <a:buNone/>
            </a:pPr>
            <a:r>
              <a:rPr lang="en" sz="2600">
                <a:solidFill>
                  <a:srgbClr val="1F2C8F"/>
                </a:solidFill>
                <a:latin typeface="Poppins"/>
                <a:ea typeface="Poppins"/>
                <a:cs typeface="Poppins"/>
                <a:sym typeface="Poppins"/>
              </a:rPr>
              <a:t>REACH US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8" name="Google Shape;498;p9"/>
          <p:cNvSpPr txBox="1"/>
          <p:nvPr>
            <p:ph idx="1" type="body"/>
          </p:nvPr>
        </p:nvSpPr>
        <p:spPr>
          <a:xfrm>
            <a:off x="534919" y="2164083"/>
            <a:ext cx="2496300" cy="11064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/>
          <a:p>
            <a:pPr indent="0" lvl="0" marL="0" rtl="0" algn="ctr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" sz="1200">
                <a:latin typeface="Poppins Medium"/>
                <a:ea typeface="Poppins Medium"/>
                <a:cs typeface="Poppins Medium"/>
                <a:sym typeface="Poppins Medium"/>
              </a:rPr>
              <a:t>i</a:t>
            </a:r>
            <a:r>
              <a:rPr b="0" lang="en" sz="1200">
                <a:solidFill>
                  <a:schemeClr val="hlink"/>
                </a:solidFill>
                <a:uFill>
                  <a:noFill/>
                </a:uFill>
                <a:latin typeface="Poppins Medium"/>
                <a:ea typeface="Poppins Medium"/>
                <a:cs typeface="Poppins Medium"/>
                <a:sym typeface="Poppins Medium"/>
                <a:hlinkClick r:id="rId4"/>
              </a:rPr>
              <a:t>nfo@maticsanalytics.com</a:t>
            </a:r>
            <a:endParaRPr b="0"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99" name="Google Shape;499;p9"/>
          <p:cNvSpPr txBox="1"/>
          <p:nvPr>
            <p:ph idx="1" type="body"/>
          </p:nvPr>
        </p:nvSpPr>
        <p:spPr>
          <a:xfrm>
            <a:off x="3323813" y="2158570"/>
            <a:ext cx="2496300" cy="11064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" sz="1200">
                <a:solidFill>
                  <a:schemeClr val="hlink"/>
                </a:solidFill>
                <a:uFill>
                  <a:noFill/>
                </a:uFill>
                <a:latin typeface="Poppins Medium"/>
                <a:ea typeface="Poppins Medium"/>
                <a:cs typeface="Poppins Medium"/>
                <a:sym typeface="Poppins Medium"/>
                <a:hlinkClick r:id="rId5"/>
              </a:rPr>
              <a:t>maticsanalytics.com/</a:t>
            </a:r>
            <a:endParaRPr b="0"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en" sz="1200">
                <a:solidFill>
                  <a:schemeClr val="hlink"/>
                </a:solidFill>
                <a:uFill>
                  <a:noFill/>
                </a:uFill>
                <a:latin typeface="Poppins Medium"/>
                <a:ea typeface="Poppins Medium"/>
                <a:cs typeface="Poppins Medium"/>
                <a:sym typeface="Poppins Medium"/>
                <a:hlinkClick r:id="rId6"/>
              </a:rPr>
              <a:t>book-online</a:t>
            </a:r>
            <a:endParaRPr b="0" sz="12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00" name="Google Shape;500;p9"/>
          <p:cNvSpPr txBox="1"/>
          <p:nvPr>
            <p:ph idx="1" type="body"/>
          </p:nvPr>
        </p:nvSpPr>
        <p:spPr>
          <a:xfrm>
            <a:off x="6073181" y="2169183"/>
            <a:ext cx="2496300" cy="11064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514350">
            <a:noAutofit/>
          </a:bodyPr>
          <a:lstStyle/>
          <a:p>
            <a:pPr indent="0" lvl="0" marL="0" rtl="0" algn="ctr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lang="en" sz="1200">
                <a:latin typeface="Poppins Medium"/>
                <a:ea typeface="Poppins Medium"/>
                <a:cs typeface="Poppins Medium"/>
                <a:sym typeface="Poppins Medium"/>
              </a:rPr>
              <a:t>Ahmedabad, Gujarat, India</a:t>
            </a:r>
            <a:endParaRPr b="0"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501" name="Google Shape;501;p9"/>
          <p:cNvPicPr preferRelativeResize="0"/>
          <p:nvPr>
            <p:ph idx="2" type="pic"/>
          </p:nvPr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22216" y="1800227"/>
            <a:ext cx="699600" cy="6996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2" name="Google Shape;502;p9"/>
          <p:cNvPicPr preferRelativeResize="0"/>
          <p:nvPr>
            <p:ph idx="2" type="pic"/>
          </p:nvPr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71585" y="1810840"/>
            <a:ext cx="699600" cy="6996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3" name="Google Shape;503;p9"/>
          <p:cNvPicPr preferRelativeResize="0"/>
          <p:nvPr>
            <p:ph idx="2" type="pic"/>
          </p:nvPr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33322" y="1805740"/>
            <a:ext cx="699600" cy="6996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4" name="Google Shape;504;p9"/>
          <p:cNvPicPr preferRelativeResize="0"/>
          <p:nvPr/>
        </p:nvPicPr>
        <p:blipFill rotWithShape="1">
          <a:blip r:embed="rId10">
            <a:alphaModFix/>
          </a:blip>
          <a:srcRect b="33587" l="6866" r="11680" t="27330"/>
          <a:stretch/>
        </p:blipFill>
        <p:spPr>
          <a:xfrm>
            <a:off x="7671175" y="0"/>
            <a:ext cx="1395350" cy="6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b09e603d78_0_181"/>
          <p:cNvSpPr txBox="1"/>
          <p:nvPr>
            <p:ph type="title"/>
          </p:nvPr>
        </p:nvSpPr>
        <p:spPr>
          <a:xfrm>
            <a:off x="0" y="37300"/>
            <a:ext cx="76719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latin typeface="Poppins"/>
                <a:ea typeface="Poppins"/>
                <a:cs typeface="Poppins"/>
                <a:sym typeface="Poppins"/>
              </a:rPr>
              <a:t>Q &amp; A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10" name="Google Shape;510;g2b09e603d78_0_181"/>
          <p:cNvPicPr preferRelativeResize="0"/>
          <p:nvPr/>
        </p:nvPicPr>
        <p:blipFill rotWithShape="1">
          <a:blip r:embed="rId3">
            <a:alphaModFix/>
          </a:blip>
          <a:srcRect b="33587" l="6866" r="11680" t="27330"/>
          <a:stretch/>
        </p:blipFill>
        <p:spPr>
          <a:xfrm>
            <a:off x="7635800" y="100800"/>
            <a:ext cx="1395350" cy="6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g2b09e603d78_0_1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5988" y="865075"/>
            <a:ext cx="5019925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g2b09e603d78_0_188"/>
          <p:cNvPicPr preferRelativeResize="0"/>
          <p:nvPr/>
        </p:nvPicPr>
        <p:blipFill rotWithShape="1">
          <a:blip r:embed="rId3">
            <a:alphaModFix/>
          </a:blip>
          <a:srcRect b="33587" l="6866" r="11680" t="27330"/>
          <a:stretch/>
        </p:blipFill>
        <p:spPr>
          <a:xfrm>
            <a:off x="7635800" y="100800"/>
            <a:ext cx="1395350" cy="6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g2b09e603d78_0_188"/>
          <p:cNvSpPr txBox="1"/>
          <p:nvPr>
            <p:ph type="title"/>
          </p:nvPr>
        </p:nvSpPr>
        <p:spPr>
          <a:xfrm>
            <a:off x="0" y="2067475"/>
            <a:ext cx="91440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3400">
                <a:latin typeface="Poppins"/>
                <a:ea typeface="Poppins"/>
                <a:cs typeface="Poppins"/>
                <a:sym typeface="Poppins"/>
              </a:rPr>
              <a:t>Thank You All</a:t>
            </a:r>
            <a:endParaRPr b="1" sz="3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